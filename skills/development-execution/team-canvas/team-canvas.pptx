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TEAM CANVAS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team, date and occasion of the session}}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2464252" cy="3568815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2064" y="1170432"/>
            <a:ext cx="235452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1 · People and 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417320"/>
            <a:ext cx="2427676" cy="32579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{{people: name, role; who is responsible for what}}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1452" y="1143000"/>
            <a:ext cx="3176014" cy="1706824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76316" y="1170432"/>
            <a:ext cx="2091351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2 · Common goals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39740" y="1417320"/>
            <a:ext cx="2164503" cy="1395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{{common_goals: what we want to achieve together}}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1452" y="2849824"/>
            <a:ext cx="3176014" cy="186199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76316" y="2877256"/>
            <a:ext cx="2151163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3 · Personal goals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39740" y="3124144"/>
            <a:ext cx="2224315" cy="155109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{{personal_goals: goal, [name]: what each person wants for themselves}}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7466" y="1143000"/>
            <a:ext cx="3170033" cy="1706824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91378" y="1170432"/>
            <a:ext cx="212125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5 · Values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4802" y="1417320"/>
            <a:ext cx="2194409" cy="1395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{{values: principles the team stands for}}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7466" y="2849824"/>
            <a:ext cx="3170033" cy="186199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91378" y="2877256"/>
            <a:ext cx="212125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8 · Needs and expectations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4802" y="3124144"/>
            <a:ext cx="2194409" cy="155109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{{needs: needs of each person and team support}}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67499" y="1143000"/>
            <a:ext cx="2464252" cy="3568815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22363" y="1170432"/>
            <a:ext cx="235452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9 · Rules &amp; Activities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5787" y="1417320"/>
            <a:ext cx="2427676" cy="32579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{{rules: working rules: communication, decisions, rituals}}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11815"/>
            <a:ext cx="5640266" cy="1460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64" y="4739247"/>
            <a:ext cx="553053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6 · Strengths and assets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" y="4986135"/>
            <a:ext cx="5603690" cy="1149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{{strengths: skills and resources for the goals}}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7466" y="4711815"/>
            <a:ext cx="5634285" cy="1460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52330" y="4739247"/>
            <a:ext cx="5524557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7 · Weaknesses &amp; Development Areas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15754" y="4986135"/>
            <a:ext cx="5597709" cy="1149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{{weaknesses: own weaknesses and what holds the team back}}</a:t>
            </a:r>
          </a:p>
        </p:txBody>
      </p:sp>
      <p:sp>
        <p:nvSpPr>
          <p:cNvPr id="28" name="Purpose"/>
          <p:cNvSpPr/>
          <p:nvPr/>
        </p:nvSpPr>
        <p:spPr>
          <a:xfrm>
            <a:off x="5182343" y="2064867"/>
            <a:ext cx="1794358" cy="1323473"/>
          </a:xfrm>
          <a:prstGeom prst="hear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54864" lIns="228600" rIns="228600"/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{{purpose: why we do this, beyond the common goal}}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82343" y="1772259"/>
            <a:ext cx="1794358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000" b="1">
                <a:solidFill>
                  <a:srgbClr val="2F6FDE"/>
                </a:solidFill>
                <a:latin typeface="Arial"/>
              </a:rPr>
              <a:t>4 · Purpose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345936"/>
            <a:ext cx="201168" cy="146304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6281928"/>
            <a:ext cx="3840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agreed by the whole team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6345936"/>
            <a:ext cx="20116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46120" y="6281928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each person can fill in for themselves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6281928"/>
            <a:ext cx="5422392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After the Team Canvas by A. Ivanov and D. Voloshchuk, CC BY-SA 4.0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