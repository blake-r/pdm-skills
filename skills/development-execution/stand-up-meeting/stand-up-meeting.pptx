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STAND-UP MEETING · STAND-UP AGREEMENT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team, size and date of the agreement}}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4552" cy="54864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463040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Sprint goal: {{purpose: goal the progress is checked against}}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2801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Why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275005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{{when: time, place or link}}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810512"/>
            <a:ext cx="2603753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When and where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8698" y="1783080"/>
            <a:ext cx="275005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{{length: limit in minutes and actual average}}</a:t>
            </a:r>
          </a:p>
        </p:txBody>
      </p:sp>
      <p:sp>
        <p:nvSpPr>
          <p:cNvPr id="9" name="Rectangle 8"/>
          <p:cNvSpPr/>
          <p:nvPr/>
        </p:nvSpPr>
        <p:spPr>
          <a:xfrm>
            <a:off x="3371850" y="1810512"/>
            <a:ext cx="2603753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Length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0196" y="1783080"/>
            <a:ext cx="275005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{{people: who takes part and how many}}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3348" y="1810512"/>
            <a:ext cx="2603753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Who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81694" y="1783080"/>
            <a:ext cx="275005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{{facilitator: who leads and how the role rotates}}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4846" y="1810512"/>
            <a:ext cx="2603753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Facilitator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63240"/>
            <a:ext cx="5120640" cy="182880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{{agenda: order of topics: by board or by person}}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3090672"/>
            <a:ext cx="4974336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Order of discussion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79" y="3063240"/>
            <a:ext cx="298551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{{prep: what each person does before the meeting}}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42431" y="3090672"/>
            <a:ext cx="283921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Preparation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46236" y="3063240"/>
            <a:ext cx="298551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{{offline: how long discussions are moved, and who stays}}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19388" y="3090672"/>
            <a:ext cx="283921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What we take offline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83479"/>
            <a:ext cx="369722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{{outcome: day plan and help requests: where recorded}}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5010912"/>
            <a:ext cx="35509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Meeting outcome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45864" y="4983479"/>
            <a:ext cx="369722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{{check: how the format is checked, and when}}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9016" y="5010912"/>
            <a:ext cx="35509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How we check the format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4528" y="4983479"/>
            <a:ext cx="3697224" cy="141732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format change, date and reason}}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07680" y="5010912"/>
            <a:ext cx="35509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Decision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