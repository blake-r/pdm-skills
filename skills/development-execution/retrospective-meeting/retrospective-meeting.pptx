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RETROSPECTIVE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team and period}}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611880" cy="548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went well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What's good?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11880" cy="3063240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{{good: what went well, one item per line}}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274820" y="1188720"/>
            <a:ext cx="3611880" cy="54864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went badly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What's bad?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4820" y="1737360"/>
            <a:ext cx="3611880" cy="306324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{{bad: what got in the way, facts only}}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188720"/>
            <a:ext cx="3611880" cy="54864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How to improve</a:t>
            </a:r>
          </a:p>
          <a:p>
            <a:r>
              <a:rPr sz="1000">
                <a:solidFill>
                  <a:srgbClr val="FFFFFF"/>
                </a:solidFill>
                <a:latin typeface="Arial"/>
              </a:rPr>
              <a:t>How to improve?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737360"/>
            <a:ext cx="3611880" cy="30632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{{improve: improvement ideas, one per line}}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Actions before the next retrospective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57800"/>
            <a:ext cx="11247120" cy="13258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0">
                <a:solidFill>
                  <a:srgbClr val="262B33"/>
                </a:solidFill>
                <a:latin typeface="Arial"/>
              </a:rPr>
              <a:t>{{actions: 1–3 actions with owner, date and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