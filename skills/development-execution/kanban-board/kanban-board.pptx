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KANBAN BOARD · BOARD AND FLOW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team, what work goes through the board,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4173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3391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{{c1: stage name}}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1023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{{c2: stage name}}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8656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{{c3: stage name}}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6288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{{c4: stage name}}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19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{{c5: stage name}}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1552" y="1143000"/>
            <a:ext cx="1572768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{{c6: stage name}}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14173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WIP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3391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{{w1: cards at once}}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1023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{{w2: cards at once}}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{{w3: cards at once}}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{{w4: cards at once}}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19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{{w5: cards at once}}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31552" y="1581912"/>
            <a:ext cx="1572768" cy="3840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{{w6: cards at once}}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0824"/>
            <a:ext cx="141732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Can pull on when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3391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{{x1: exit rule for the stage}}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1023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{{x2: exit rule for the stage}}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8656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{{x3: exit rule for the stage}}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{{x4: exit rule for the stage}}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19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{{x5: exit rule for the stage}}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1552" y="2020824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{{x6: exit rule for the stage}}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72968"/>
            <a:ext cx="27500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{{bounds: column where work starts, column where it ends}}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200400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Start and finish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8698" y="3172968"/>
            <a:ext cx="27500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{{lanes: lanes and classes of work, expedite rules}}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1850" y="3200400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Lanes and urgent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0196" y="3172968"/>
            <a:ext cx="27500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{{blocked: how blocked work is marked and unblocked}}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3348" y="3200400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Blockers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1694" y="3172968"/>
            <a:ext cx="27500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{{replenish: work entering the first column: when, how much}}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4846" y="3200400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Replenishment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36008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{{metrics: flow metrics: values, period, where we look}}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663440"/>
            <a:ext cx="3785615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Flow 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463600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{{sle: service level: share of cards and days}}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3712" y="4663440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Expected lead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59" y="4636008"/>
            <a:ext cx="4507992" cy="16002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bottleneck and decision, and how it is checked}}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6912" y="4663440"/>
            <a:ext cx="436168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Bottleneck and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