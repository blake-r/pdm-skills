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HEART · USER EXPERIENCE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product or feature and what we change}}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2331720" y="1188720"/>
            <a:ext cx="23317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Goal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709159" y="1188720"/>
            <a:ext cx="23317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Signal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086599" y="1188720"/>
            <a:ext cx="23317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Metric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457200" cy="896112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2000" b="1">
                <a:solidFill>
                  <a:srgbClr val="2F6FDE"/>
                </a:solidFill>
                <a:latin typeface="Arial"/>
              </a:rPr>
              <a:t>H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1600200"/>
            <a:ext cx="13258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62B33"/>
                </a:solidFill>
                <a:latin typeface="Arial"/>
              </a:rPr>
              <a:t>Happiness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1874520"/>
            <a:ext cx="13258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User satisfaction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1554480"/>
            <a:ext cx="2331720" cy="89611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{{h_goal: what we want to achieve for the user}}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59" y="1554480"/>
            <a:ext cx="2331720" cy="89611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{{h_signal: which action or attitude will show it}}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6599" y="1554480"/>
            <a:ext cx="2331720" cy="89611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{{h_metric: how it is counted, period, current value}}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05456"/>
            <a:ext cx="457200" cy="896112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2000" b="1">
                <a:solidFill>
                  <a:srgbClr val="2F6FDE"/>
                </a:solidFill>
                <a:latin typeface="Arial"/>
              </a:rPr>
              <a:t>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2551176"/>
            <a:ext cx="13258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62B33"/>
                </a:solidFill>
                <a:latin typeface="Arial"/>
              </a:rPr>
              <a:t>Engagement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2825496"/>
            <a:ext cx="13258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Depth of use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31720" y="2505456"/>
            <a:ext cx="2331720" cy="89611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{{e_goal: what we want to achieve for the user}}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9159" y="2505456"/>
            <a:ext cx="2331720" cy="89611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{{e_signal: which action or attitude will show it}}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86599" y="2505456"/>
            <a:ext cx="2331720" cy="89611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{{e_metric: how it is counted, period, current value}}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456432"/>
            <a:ext cx="457200" cy="896112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2000" b="1">
                <a:solidFill>
                  <a:srgbClr val="2F6FDE"/>
                </a:solidFill>
                <a:latin typeface="Arial"/>
              </a:rPr>
              <a:t>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" y="3502152"/>
            <a:ext cx="13258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62B33"/>
                </a:solidFill>
                <a:latin typeface="Arial"/>
              </a:rPr>
              <a:t>Adoption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" y="3776472"/>
            <a:ext cx="13258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New users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31720" y="3456432"/>
            <a:ext cx="2331720" cy="89611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{{a_goal: what we want to achieve for the user}}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09159" y="3456432"/>
            <a:ext cx="2331720" cy="89611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{{a_signal: which action or attitude will show it}}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86599" y="3456432"/>
            <a:ext cx="2331720" cy="89611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{{a_metric: how it is counted, period, current value}}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407408"/>
            <a:ext cx="457200" cy="896112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2000" b="1">
                <a:solidFill>
                  <a:srgbClr val="2F6FDE"/>
                </a:solidFill>
                <a:latin typeface="Arial"/>
              </a:rPr>
              <a:t>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" y="4453128"/>
            <a:ext cx="13258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62B33"/>
                </a:solidFill>
                <a:latin typeface="Arial"/>
              </a:rPr>
              <a:t>Retention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" y="4727448"/>
            <a:ext cx="13258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Users who stay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31720" y="4407408"/>
            <a:ext cx="2331720" cy="89611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{{r_goal: what we want to achieve for the user}}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09159" y="4407408"/>
            <a:ext cx="2331720" cy="89611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{{r_signal: which action or attitude will show it}}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86599" y="4407408"/>
            <a:ext cx="2331720" cy="89611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{{r_metric: how it is counted, period, current value}}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358384"/>
            <a:ext cx="457200" cy="896112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2000" b="1">
                <a:solidFill>
                  <a:srgbClr val="2F6FDE"/>
                </a:solidFill>
                <a:latin typeface="Arial"/>
              </a:rPr>
              <a:t>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0120" y="5404104"/>
            <a:ext cx="13258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62B33"/>
                </a:solidFill>
                <a:latin typeface="Arial"/>
              </a:rPr>
              <a:t>Task success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0120" y="5678424"/>
            <a:ext cx="13258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Efficiency, errors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31720" y="5358384"/>
            <a:ext cx="2331720" cy="89611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{{t_goal: what we want to achieve for the user}}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09159" y="5358384"/>
            <a:ext cx="2331720" cy="89611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{{t_signal: which action or attitude will show it}}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86599" y="5358384"/>
            <a:ext cx="2331720" cy="89611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{{t_metric: how it is counted, period, current value}}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09760" y="1188720"/>
            <a:ext cx="22402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In focus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509760" y="1554480"/>
            <a:ext cx="2240280" cy="182880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{{focus: chosen categories and why}}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509760" y="3520440"/>
            <a:ext cx="22402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Decision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509760" y="3886200"/>
            <a:ext cx="2240280" cy="214884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{{decision: what was decided, check order, deadline}}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