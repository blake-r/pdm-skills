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PROJECT CANVAS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project name}}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4552" cy="566928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920240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{{motivation: why the project is needed}}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73736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01368"/>
            <a:ext cx="218541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{{participants: who takes part}}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837943"/>
            <a:ext cx="203911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Participants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29484" y="1801368"/>
            <a:ext cx="218541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{{goals: measurable project goals}}</a:t>
            </a:r>
          </a:p>
        </p:txBody>
      </p:sp>
      <p:sp>
        <p:nvSpPr>
          <p:cNvPr id="9" name="Rectangle 8"/>
          <p:cNvSpPr/>
          <p:nvPr/>
        </p:nvSpPr>
        <p:spPr>
          <a:xfrm>
            <a:off x="2802636" y="1837943"/>
            <a:ext cx="203911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Goals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1768" y="1801368"/>
            <a:ext cx="2185416" cy="1120139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{{users: who the users are}}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1837943"/>
            <a:ext cx="203911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Users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1768" y="3012948"/>
            <a:ext cx="2185416" cy="1120139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{{benefits: what users gain}}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3049524"/>
            <a:ext cx="203911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User benefits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74052" y="1801368"/>
            <a:ext cx="218541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{{activities: main activities}}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47204" y="1837943"/>
            <a:ext cx="203911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Activities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46336" y="1801368"/>
            <a:ext cx="218541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{{deliverables: what the project delivers}}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19488" y="1837943"/>
            <a:ext cx="203911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Deliverables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24527"/>
            <a:ext cx="2753487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{{risks: main risks}}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4261103"/>
            <a:ext cx="2607183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Risks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7555" y="4224527"/>
            <a:ext cx="2753487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{{milestones: key dates}}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70707" y="4261103"/>
            <a:ext cx="2607183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Milestones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37910" y="4224527"/>
            <a:ext cx="2753487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{{constraints: limits on the project}}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1062" y="4261103"/>
            <a:ext cx="2607183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Constraints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8265" y="4224527"/>
            <a:ext cx="2753487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{{scope: what is in and out}}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1417" y="4261103"/>
            <a:ext cx="2607183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Scope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053327"/>
            <a:ext cx="11274552" cy="50292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920240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{{project_end: when the project ends}}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053327"/>
            <a:ext cx="17373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Project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