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MORPHOLOGICAL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the object and goal of the option search}}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73736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Property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188720"/>
            <a:ext cx="649224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Values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737360" cy="56692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{{prop1: name of the property}}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508760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{{v1_1: value of property 1}}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508760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{{v1_2: value of property 1}}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508760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{{v1_3: value of property 1}}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508760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{{v1_4: value of property 1}}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67128"/>
            <a:ext cx="1737360" cy="56692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{{prop2: name of the property}}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0" y="2167128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{{v2_1: value of property 2}}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167128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{{v2_2: value of property 2}}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167128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{{v2_3: value of property 2}}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2167128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{{v2_4: value of property 2}}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25496"/>
            <a:ext cx="1737360" cy="56692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{{prop3: name of the property}}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2825496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{{v3_1: value of property 3}}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31920" y="2825496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{{v3_2: value of property 3}}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825496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{{v3_3: value of property 3}}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2825496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{{v3_4: value of property 3}}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83864"/>
            <a:ext cx="1737360" cy="56692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{{prop4: name of the property}}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483864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{{v4_1: value of property 4}}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3483864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{{v4_2: value of property 4}}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77840" y="3483864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{{v4_3: value of property 4}}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23760" y="3483864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{{v4_4: value of property 4}}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42231"/>
            <a:ext cx="1737360" cy="566928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{{prop5: name of the property}}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142231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{{v5_1: value of property 5}}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31920" y="4142231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{{v5_2: value of property 5}}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0" y="4142231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{{v5_3: value of property 5}}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23760" y="4142231"/>
            <a:ext cx="1554480" cy="566928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{{v5_4: value of property 5}}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92040"/>
            <a:ext cx="8412480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1">
                <a:solidFill>
                  <a:srgbClr val="262B33"/>
                </a:solidFill>
                <a:latin typeface="Arial"/>
              </a:rPr>
              <a:t>Discarded values and why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212079"/>
            <a:ext cx="8412480" cy="960120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{{excluded: discarded values or combinations, and why}}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1188720"/>
            <a:ext cx="26060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Combinations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0" y="1554480"/>
            <a:ext cx="2606040" cy="22860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{{combos: combinations of values, one per row}}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3977639"/>
            <a:ext cx="26060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62B33"/>
                </a:solidFill>
                <a:latin typeface="Arial"/>
              </a:rPr>
              <a:t>Decision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4343400"/>
            <a:ext cx="2606040" cy="160020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B33"/>
                </a:solidFill>
                <a:latin typeface="Arial"/>
              </a:rPr>
              <a:t>{{decision: chosen combination, reason and check}}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