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SCAMPER · IDEA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what we improve and for whom}}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23444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Substitute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49047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What to replace: a step, channel, material, participant?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3444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{{s: ideas for this question}}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96596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Combine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22199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What can be combined with something else?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96596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{{c: ideas for this question}}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69748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Adapt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95351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What can be borrowed from another industry or product?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{{a: ideas for this question}}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342900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Modify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68503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What to enlarge, shrink, or change in its properties?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42900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{{m: ideas for this question}}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416052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Put to another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41655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Where else and for whom can this be used?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16052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{{p: ideas for this question}}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89204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Eliminate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514807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What can be removed without losing the essence?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89204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{{e: ideas for this question}}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23560"/>
            <a:ext cx="548640" cy="6766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562356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Reverse, rearrange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5879592"/>
            <a:ext cx="21945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What can be swapped around or done the opposite way?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5623560"/>
            <a:ext cx="5120640" cy="6766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{{r: ideas for this question}}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123444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Selection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1554480"/>
            <a:ext cx="3200400" cy="178307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{{shortlist: ideas that passed and the criterion}}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352044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 and check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3840480"/>
            <a:ext cx="3200400" cy="251459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what we do first, check, metric and deadline}}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