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NOW-NEXT-LATER ROADMAP · PRODUCT DIRECTION WITHOUT 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 or team, planning period or publication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7772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{{objectives: business objectives the items serve, one line each}}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143000"/>
            <a:ext cx="27432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Business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3685032" cy="38404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41448"/>
            <a:ext cx="3685032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{{now: problems being solved now, each with its idea or experiment and objective}}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2057400"/>
            <a:ext cx="3685032" cy="384048"/>
          </a:xfrm>
          <a:prstGeom prst="rect">
            <a:avLst/>
          </a:prstGeom>
          <a:solidFill>
            <a:srgbClr val="5B8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2441448"/>
            <a:ext cx="3685032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{{next: problems expected after Now, less detailed}}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057400"/>
            <a:ext cx="3685032" cy="384048"/>
          </a:xfrm>
          <a:prstGeom prst="rect">
            <a:avLst/>
          </a:prstGeom>
          <a:solidFill>
            <a:srgbClr val="8FB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2441448"/>
            <a:ext cx="3685032" cy="2679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{{later: big problems on the radar, no solutions yet}}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30368"/>
            <a:ext cx="1127455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2918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made from this roadmap and who is told}}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5257800"/>
            <a:ext cx="36576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