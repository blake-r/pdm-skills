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IMPACT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or initiative}}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103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Why?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143000"/>
            <a:ext cx="2103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Who? 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143000"/>
            <a:ext cx="27432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How? Impacts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1143000"/>
            <a:ext cx="3090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What? Deliverables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560320" y="2304288"/>
            <a:ext cx="411480" cy="841248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074920" y="1883664"/>
            <a:ext cx="411480" cy="420624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1883664"/>
            <a:ext cx="411480" cy="0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74920" y="2304288"/>
            <a:ext cx="411480" cy="420624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2724912"/>
            <a:ext cx="411480" cy="0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60320" y="3145536"/>
            <a:ext cx="411480" cy="841247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074920" y="3566160"/>
            <a:ext cx="411480" cy="420623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3566160"/>
            <a:ext cx="411480" cy="0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74920" y="3986783"/>
            <a:ext cx="411480" cy="420625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4407408"/>
            <a:ext cx="411480" cy="0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60320" y="3145536"/>
            <a:ext cx="411480" cy="2523744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074920" y="5248656"/>
            <a:ext cx="411480" cy="420624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5248656"/>
            <a:ext cx="411480" cy="0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74920" y="5669280"/>
            <a:ext cx="411480" cy="420624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6089904"/>
            <a:ext cx="411480" cy="0"/>
          </a:xfrm>
          <a:prstGeom prst="line">
            <a:avLst/>
          </a:prstGeom>
          <a:ln w="15875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7200" y="2350008"/>
            <a:ext cx="2103120" cy="1591056"/>
          </a:xfrm>
          <a:prstGeom prst="rect">
            <a:avLst/>
          </a:prstGeom>
          <a:solidFill>
            <a:srgbClr val="2F6FDE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{{goal: the business goal}}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78224"/>
            <a:ext cx="21031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Goal metric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52544"/>
            <a:ext cx="2103120" cy="137160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{{metric: measure, now → target, deadline}}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1508760"/>
            <a:ext cx="2103120" cy="15910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{{actor1: who influences the goal}}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150876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{{impact1_1: how the actor's behaviour changes}}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1508760"/>
            <a:ext cx="3090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{{deliv1_1: deliverable that causes the impact}}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35000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{{impact1_2: how the actor's behaviour changes}}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2350008"/>
            <a:ext cx="3090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{{deliv1_2: deliverable that causes the impact}}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3191256"/>
            <a:ext cx="2103120" cy="15910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{{actor2: who influences the goal}}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3191256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{{impact2_1: how the actor's behaviour changes}}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3191256"/>
            <a:ext cx="3090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{{deliv2_1: deliverable that causes the impact}}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4032504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{{impact2_2: how the actor's behaviour changes}}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4032504"/>
            <a:ext cx="3090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{{deliv2_2: deliverable that causes the impact}}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4873752"/>
            <a:ext cx="2103120" cy="15910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{{actor3: who influences the goal}}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4873752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{{impact3_1: how the actor's behaviour changes}}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1080" y="4873752"/>
            <a:ext cx="3090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{{deliv3_1: deliverable that causes the impact}}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571500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{{impact3_2: how the actor's behaviour changes}}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5715000"/>
            <a:ext cx="30906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{{deliv3_2: deliverable that causes the impact}}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