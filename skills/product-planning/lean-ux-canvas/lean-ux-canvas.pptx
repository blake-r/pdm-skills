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LEAN UX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initiative · iteration}}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4167985" cy="172222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{{problem: business problem solved}}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179576"/>
            <a:ext cx="4058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1 · Business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563766" y="1143000"/>
            <a:ext cx="4167985" cy="172222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{{outcomes: business outcome and its metric}}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8630" y="1179576"/>
            <a:ext cx="4058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2 · Business outcomes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65229"/>
            <a:ext cx="4167985" cy="20206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{{users: primary users and customers}}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901805"/>
            <a:ext cx="4058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3 ·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3766" y="2865229"/>
            <a:ext cx="4167985" cy="20206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{{benefits: user benefits and behaviour change}}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8630" y="2901805"/>
            <a:ext cx="4058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4 · User outcomes and 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5185" y="1143000"/>
            <a:ext cx="2938580" cy="374291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{{solutions: solutions for business and users}}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49" y="1179576"/>
            <a:ext cx="282885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5 ·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85913"/>
            <a:ext cx="4167985" cy="1697766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{{hypotheses: hypothesis linking outcome, users and feature}}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4922489"/>
            <a:ext cx="4058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6 · Hypotheses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5185" y="4885913"/>
            <a:ext cx="2938580" cy="1697766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{{riskiest: riskiest assumption to test}}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49" y="4922489"/>
            <a:ext cx="282885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7 · What to learn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3766" y="4885913"/>
            <a:ext cx="4167985" cy="1697766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{{experiment: experiment and its result}}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8630" y="4922489"/>
            <a:ext cx="4058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8 · The minimum work to learn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