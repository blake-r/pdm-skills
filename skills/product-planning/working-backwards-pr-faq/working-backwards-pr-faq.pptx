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WORKING BACKWARDS PR/FAQ · PRESS RELEASE AND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 or initiative, customer, working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6035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PRESS RELEASE (less than one page)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6035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{{heading: product name the customer understands}}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44752"/>
            <a:ext cx="588873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Heading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6035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{{subheading: who the customer is and the benefit}}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221991"/>
            <a:ext cx="588873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Subheading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6035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{{summary: city, date, what is launched and its benefit}}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999232"/>
            <a:ext cx="588873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2971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{{problem: the problem in the customer's words}}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913632"/>
            <a:ext cx="282549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Problem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39" y="3886200"/>
            <a:ext cx="2971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{{solution: how it solves it, how it differs from today}}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3591" y="3913632"/>
            <a:ext cx="282549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74920"/>
            <a:ext cx="1950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{{quote_company: one quote from the company}}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102352"/>
            <a:ext cx="180441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Company quote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99360" y="5074920"/>
            <a:ext cx="1950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{{quote_customer: one quote from a customer}}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2512" y="5102352"/>
            <a:ext cx="180441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Customer quote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1520" y="5074920"/>
            <a:ext cx="1950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{{start: how the customer starts}}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4672" y="5102352"/>
            <a:ext cx="180441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Getting started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1097280"/>
            <a:ext cx="51480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FAQ (five pages or less)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79" y="1417320"/>
            <a:ext cx="51480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{{faq_ext: questions customers and press ask: price, how it works, support, where to buy}}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56831" y="1444752"/>
            <a:ext cx="500176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External FAQ: customers and press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9" y="3474720"/>
            <a:ext cx="51480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{{faq_int: hard questions: market size, unit economics, investment, risks}}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56831" y="3502151"/>
            <a:ext cx="500176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Internal FAQ: every department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79" y="5394960"/>
            <a:ext cx="5148072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go, no go or more work; reasons and next step}}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56831" y="5422392"/>
            <a:ext cx="500176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Decision of the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