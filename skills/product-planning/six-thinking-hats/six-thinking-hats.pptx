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SIX THINKING HATS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the question the group is discussing}}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606040" cy="2514600"/>
          </a:xfrm>
          <a:prstGeom prst="rect">
            <a:avLst/>
          </a:prstGeom>
          <a:noFill/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2606040" cy="7315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362456"/>
            <a:ext cx="2459736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9CA3AF"/>
                </a:solidFill>
                <a:latin typeface="Arial"/>
              </a:rPr>
              <a:t>White · facts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691640"/>
            <a:ext cx="2459736" cy="19842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{{white: what is known and missing, with source}}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3172968" y="1234440"/>
            <a:ext cx="2606040" cy="2514600"/>
          </a:xfrm>
          <a:prstGeom prst="rect">
            <a:avLst/>
          </a:prstGeom>
          <a:noFill/>
          <a:ln w="12700">
            <a:solidFill>
              <a:srgbClr val="C6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72968" y="1234440"/>
            <a:ext cx="2606040" cy="7315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362456"/>
            <a:ext cx="2459736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C63D3D"/>
                </a:solidFill>
                <a:latin typeface="Arial"/>
              </a:rPr>
              <a:t>Red · feelings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691640"/>
            <a:ext cx="2459736" cy="19842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{{red: feelings of participants and customers}}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88736" y="1234440"/>
            <a:ext cx="2606040" cy="2514600"/>
          </a:xfrm>
          <a:prstGeom prst="rect">
            <a:avLst/>
          </a:prstGeom>
          <a:noFill/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88736" y="1234440"/>
            <a:ext cx="2606040" cy="73152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61888" y="1362456"/>
            <a:ext cx="2459736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Black · risks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61888" y="1691640"/>
            <a:ext cx="2459736" cy="19842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{{black: what could go wrong, and why}}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58768"/>
            <a:ext cx="2606040" cy="2514600"/>
          </a:xfrm>
          <a:prstGeom prst="rect">
            <a:avLst/>
          </a:prstGeom>
          <a:noFill/>
          <a:ln w="12700">
            <a:solidFill>
              <a:srgbClr val="D9A4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58768"/>
            <a:ext cx="2606040" cy="73152"/>
          </a:xfrm>
          <a:prstGeom prst="rect">
            <a:avLst/>
          </a:prstGeom>
          <a:solidFill>
            <a:srgbClr val="D9A4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3986784"/>
            <a:ext cx="2459736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D9A406"/>
                </a:solidFill>
                <a:latin typeface="Arial"/>
              </a:rPr>
              <a:t>Yellow · benefits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4315968"/>
            <a:ext cx="2459736" cy="19842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{{yellow: benefits and why they are realistic}}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72968" y="3858768"/>
            <a:ext cx="2606040" cy="2514600"/>
          </a:xfrm>
          <a:prstGeom prst="rect">
            <a:avLst/>
          </a:prstGeom>
          <a:noFill/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72968" y="3858768"/>
            <a:ext cx="2606040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6120" y="3986784"/>
            <a:ext cx="2459736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E8B57"/>
                </a:solidFill>
                <a:latin typeface="Arial"/>
              </a:rPr>
              <a:t>Green · ideas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4315968"/>
            <a:ext cx="2459736" cy="19842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{{green: new options and refinements}}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88736" y="3858768"/>
            <a:ext cx="2606040" cy="2514600"/>
          </a:xfrm>
          <a:prstGeom prst="rect">
            <a:avLst/>
          </a:prstGeom>
          <a:noFill/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88736" y="3858768"/>
            <a:ext cx="2606040" cy="73152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61888" y="3986784"/>
            <a:ext cx="2459736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Blue · process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61888" y="4315968"/>
            <a:ext cx="2459736" cy="19842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{{blue: question, discussion course, facilitator}}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9640" y="1234440"/>
            <a:ext cx="3200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Order and participants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1554480"/>
            <a:ext cx="3200400" cy="1508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{{order: hat sequence, time for each, participants}}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3246120"/>
            <a:ext cx="3200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49640" y="3566160"/>
            <a:ext cx="3200400" cy="27889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{{decision: what was decided, owner, date and check}}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