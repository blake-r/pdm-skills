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METRIC PYRAMID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and the main goal}}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43000"/>
            <a:ext cx="3291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1">
                <a:solidFill>
                  <a:srgbClr val="2F6FDE"/>
                </a:solidFill>
                <a:latin typeface="Arial"/>
              </a:rPr>
              <a:t>North Star — the value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063240" y="1417320"/>
            <a:ext cx="3291840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{{nsm: metric, formula and current value}}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Key — key metrics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691639" y="2331720"/>
            <a:ext cx="3017521" cy="640080"/>
          </a:xfrm>
          <a:prstGeom prst="line">
            <a:avLst/>
          </a:prstGeom>
          <a:ln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199" y="2971800"/>
            <a:ext cx="246888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{{key1: metric and value}}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31546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199" y="4160520"/>
            <a:ext cx="2468880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{{pulse1: user behaviour metrics for this key}}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331720"/>
            <a:ext cx="0" cy="640080"/>
          </a:xfrm>
          <a:prstGeom prst="line">
            <a:avLst/>
          </a:prstGeom>
          <a:ln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74720" y="2971800"/>
            <a:ext cx="246888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{{key2: metric and value}}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154680"/>
            <a:ext cx="5486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2000" b="1">
                <a:solidFill>
                  <a:srgbClr val="2F6FDE"/>
                </a:solidFill>
                <a:latin typeface="Arial"/>
              </a:rP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160520"/>
            <a:ext cx="2468880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{{pulse2: user behaviour metrics for this key}}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331720"/>
            <a:ext cx="3017520" cy="640080"/>
          </a:xfrm>
          <a:prstGeom prst="line">
            <a:avLst/>
          </a:prstGeom>
          <a:ln>
            <a:solidFill>
              <a:srgbClr val="C9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492240" y="2971800"/>
            <a:ext cx="246888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000" b="1">
                <a:solidFill>
                  <a:srgbClr val="262B33"/>
                </a:solidFill>
                <a:latin typeface="Arial"/>
              </a:rPr>
              <a:t>{{key3: metric and value}}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160520"/>
            <a:ext cx="2468880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{{pulse3: user behaviour metrics for this key}}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32120"/>
            <a:ext cx="8503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Pulse — user behaviour metrics under the key 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143000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Traction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508760"/>
            <a:ext cx="2514600" cy="16459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{{traction: key metrics that influence the goal most}}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291840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657600"/>
            <a:ext cx="2514600" cy="22402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which metric we bet on, levers and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