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ELEVATOR PITCH · GEOFFREY MOORE'S POSITIONING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audience, purpose of the pitch,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65836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188720"/>
            <a:ext cx="539496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{{target: target customers: who exactly}}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8528"/>
            <a:ext cx="1371600" cy="65836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who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938528"/>
            <a:ext cx="539496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{{need: the customer's need or opportunity}}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88336"/>
            <a:ext cx="1371600" cy="65836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88336"/>
            <a:ext cx="539496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{{product: product name}}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38144"/>
            <a:ext cx="1371600" cy="65836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is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438144"/>
            <a:ext cx="539496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{{category: product category}}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87952"/>
            <a:ext cx="1371600" cy="65836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187952"/>
            <a:ext cx="539496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{{benefit: key benefit, a compelling reason to buy}}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37759"/>
            <a:ext cx="1371600" cy="65836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Unlike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937759"/>
            <a:ext cx="539496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{{alt: main competing alternative}}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87568"/>
            <a:ext cx="1371600" cy="65836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our product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687568"/>
            <a:ext cx="539496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{{diff: main difference from the alternative}}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1188720"/>
            <a:ext cx="4233672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Spoken, 30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481328"/>
            <a:ext cx="4233672" cy="1444751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{{spoken: the pitch in plain words}}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017520"/>
            <a:ext cx="4233672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3310127"/>
            <a:ext cx="4233672" cy="1216151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{{check: who heard it and how they responded}}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4617720"/>
            <a:ext cx="4233672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4910328"/>
            <a:ext cx="4233672" cy="1435607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decision on the pitch, and its basis}}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