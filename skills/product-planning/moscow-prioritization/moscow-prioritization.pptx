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MoSCoW PRIORITISATION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product, scope and date}}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1274552" cy="457200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463040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{{timeframe: timeframe the priorities apply to}}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3716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200" b="1">
                <a:solidFill>
                  <a:srgbClr val="262B33"/>
                </a:solidFill>
                <a:latin typeface="Arial"/>
              </a:rPr>
              <a:t>Timeframe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11274552" cy="457200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463040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{{effort: share of effort in Must and Could, or N/A}}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13716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200" b="1">
                <a:solidFill>
                  <a:srgbClr val="262B33"/>
                </a:solidFill>
                <a:latin typeface="Arial"/>
              </a:rPr>
              <a:t>Effort split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40280"/>
            <a:ext cx="2750058" cy="36576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Must Have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06040"/>
            <a:ext cx="2750058" cy="2880360"/>
          </a:xfrm>
          <a:prstGeom prst="rect">
            <a:avLst/>
          </a:prstGeom>
          <a:solidFill>
            <a:srgbClr val="E8F5E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{{must: requirements without which the release is cancelled}}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8698" y="2240280"/>
            <a:ext cx="2750058" cy="365760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Should Have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8698" y="2606040"/>
            <a:ext cx="2750058" cy="2880360"/>
          </a:xfrm>
          <a:prstGeom prst="rect">
            <a:avLst/>
          </a:prstGeom>
          <a:solidFill>
            <a:srgbClr val="E8F0F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{{should: important, with a workaround}}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0196" y="2240280"/>
            <a:ext cx="2750058" cy="36576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Could Have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0196" y="2606040"/>
            <a:ext cx="2750058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{{could: desirable, first to drop}}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81694" y="2240280"/>
            <a:ext cx="2750058" cy="365760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Won't Have this time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81694" y="2606040"/>
            <a:ext cx="2750058" cy="2880360"/>
          </a:xfrm>
          <a:prstGeom prst="rect">
            <a:avLst/>
          </a:prstGeom>
          <a:solidFill>
            <a:srgbClr val="FBEAEA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{{wont: agreed out of scope for this timeframe}}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577840"/>
            <a:ext cx="27432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62B33"/>
                </a:solidFill>
                <a:latin typeface="Arial"/>
              </a:rPr>
              <a:t>Decision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897879"/>
            <a:ext cx="11274552" cy="77724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{{decision: what is committed, what is dropped first, and who agreed}}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