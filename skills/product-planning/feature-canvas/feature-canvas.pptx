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FEATURE CANVAS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the feature or idea}}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2289249" cy="191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{{idea: the idea in 2–3 sentences}}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170432"/>
            <a:ext cx="2179521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Idea description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53664"/>
            <a:ext cx="2289249" cy="353001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{{why: why it matters to customers and business}}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3081096"/>
            <a:ext cx="2179521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Why?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6449" y="1143000"/>
            <a:ext cx="2518174" cy="2536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{{context: situations where the need arises}}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1313" y="1170432"/>
            <a:ext cx="2408446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Contextual situations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6449" y="3679128"/>
            <a:ext cx="2518174" cy="13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{{value: what customers get and why they choose it}}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1313" y="3706560"/>
            <a:ext cx="2408446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Value proposition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6449" y="4981464"/>
            <a:ext cx="2518174" cy="1602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{{restrictions: what prevents solving the problems}}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01313" y="5008896"/>
            <a:ext cx="2408446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Restrictions and Limitations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64623" y="1143000"/>
            <a:ext cx="2518174" cy="126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{{problems: customer and business problems solved}}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19487" y="1170432"/>
            <a:ext cx="2408446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Problems to solve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64623" y="2411064"/>
            <a:ext cx="2518174" cy="126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{{affected: whom it concerns, how often, how critical}}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19487" y="2438495"/>
            <a:ext cx="2408446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Affected customers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64623" y="3679128"/>
            <a:ext cx="2518174" cy="13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{{behavior: how customers cope now, what they use}}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19487" y="3706560"/>
            <a:ext cx="2408446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Current behavior and habits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4623" y="4981464"/>
            <a:ext cx="2518174" cy="1602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{{capabilities: existing assets that help solve the problems}}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19487" y="5008896"/>
            <a:ext cx="2408446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Capabilities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28582" y="1143000"/>
            <a:ext cx="3903169" cy="132804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{{tasks: what customers will do with the feature}}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83446" y="1170432"/>
            <a:ext cx="3793441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Customers tasks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28582" y="2471040"/>
            <a:ext cx="1945861" cy="1053864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{{awareness: how customers learn about the feature}}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3446" y="2498472"/>
            <a:ext cx="1836133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Awareness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74443" y="2471040"/>
            <a:ext cx="1957308" cy="1053864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{{support: where customers need help, possible errors}}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307" y="2498472"/>
            <a:ext cx="18475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Support needed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28582" y="3524904"/>
            <a:ext cx="1945861" cy="1730736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{{goals: why the business should release the feature}}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3446" y="3552336"/>
            <a:ext cx="1836133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Business goals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74443" y="3524904"/>
            <a:ext cx="1957308" cy="1730736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{{success: how we know the feature is useful}}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29307" y="3552336"/>
            <a:ext cx="184758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Success criteria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28582" y="5255640"/>
            <a:ext cx="3903169" cy="132804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800" b="0">
                <a:solidFill>
                  <a:srgbClr val="262B33"/>
                </a:solidFill>
                <a:latin typeface="Arial"/>
              </a:rPr>
              <a:t>{{activities: minimum work and tasks to deliver}}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83446" y="5283072"/>
            <a:ext cx="3793441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62B33"/>
                </a:solidFill>
                <a:latin typeface="Arial"/>
              </a:rPr>
              <a:t>Key activities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82797" y="1143000"/>
            <a:ext cx="27432" cy="544068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