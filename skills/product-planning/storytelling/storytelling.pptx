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storytelling_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storytelling_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storytelling_Microsoft_Excel_Sheet1.xlsx"/></Relationships>
</file>

<file path=ppt/charts/storytelling_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Story</c:v>
                </c:pt>
              </c:strCache>
            </c:strRef>
          </c:tx>
          <c:spPr>
            <a:ln w="31750">
              <a:solidFill>
                <a:srgbClr val="2F6FDE"/>
              </a:solidFill>
            </a:ln>
          </c:spPr>
          <c:marker>
            <c:spPr>
              <a:solidFill>
                <a:srgbClr val="2F6FDE"/>
              </a:solidFill>
            </c:spPr>
          </c:marker>
          <c:cat>
            <c:strRef>
              <c:f>Sheet1!$A$2:$A$9</c:f>
              <c:strCache>
                <c:ptCount val="8"/>
                <c:pt idx="0">
                  <c:v>beat 1</c:v>
                </c:pt>
                <c:pt idx="1">
                  <c:v>beat 2</c:v>
                </c:pt>
                <c:pt idx="2">
                  <c:v>beat 3</c:v>
                </c:pt>
                <c:pt idx="3">
                  <c:v>beat 4</c:v>
                </c:pt>
                <c:pt idx="4">
                  <c:v>beat 5</c:v>
                </c:pt>
                <c:pt idx="5">
                  <c:v>beat 6</c:v>
                </c:pt>
                <c:pt idx="6">
                  <c:v>beat 7</c:v>
                </c:pt>
                <c:pt idx="7">
                  <c:v>beat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numFmt formatCode="&quot;could be&quot;;;&quot;is&quot;" sourceLinked="0"/>
        <c:majorTickMark val="out"/>
        <c:minorTickMark val="none"/>
        <c:tickLblPos val="nextTo"/>
        <c:crossAx val="2118791784"/>
        <c:crosses val="autoZero"/>
        <c:majorUnit val="1.0"/>
      </c:valAx>
    </c:plotArea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storytelling_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STORYTELLING · PRESENTATION SPARKLINE (DUARTE)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speaker, audience and date}}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737360" cy="45720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1051560"/>
            <a:ext cx="9537192" cy="45720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{{audience: audience, concerns and history}}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73736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Story line
above: "what could be",
below: "what is"</a:t>
            </a:r>
          </a:p>
        </p:txBody>
      </p:sp>
      <p:graphicFrame>
        <p:nvGraphicFramePr>
          <p:cNvPr id="7" name="sparkline"/>
          <p:cNvGraphicFramePr>
            <a:graphicFrameLocks noGrp="1"/>
          </p:cNvGraphicFramePr>
          <p:nvPr/>
        </p:nvGraphicFramePr>
        <p:xfrm>
          <a:off x="2194560" y="1554480"/>
          <a:ext cx="9537192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1874519" y="2487168"/>
            <a:ext cx="4937760" cy="31089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What is (today)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487168"/>
            <a:ext cx="4873752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What could be (with the product)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16352"/>
            <a:ext cx="137160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Beginning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19" y="2816352"/>
            <a:ext cx="4937760" cy="420624"/>
          </a:xfrm>
          <a:prstGeom prst="rect">
            <a:avLst/>
          </a:prstGeom>
          <a:solidFill>
            <a:srgbClr val="FBEAEA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{{a1: what is today}}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816352"/>
            <a:ext cx="4873752" cy="420624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{{b1: what could be with the product}}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73552"/>
            <a:ext cx="137160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Middle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3273552"/>
            <a:ext cx="4937760" cy="420624"/>
          </a:xfrm>
          <a:prstGeom prst="rect">
            <a:avLst/>
          </a:prstGeom>
          <a:solidFill>
            <a:srgbClr val="FBEAEA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{{a2: what is today}}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273552"/>
            <a:ext cx="4873752" cy="420624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{{b2: what could be with the product}}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30752"/>
            <a:ext cx="137160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Middle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3730752"/>
            <a:ext cx="4937760" cy="420624"/>
          </a:xfrm>
          <a:prstGeom prst="rect">
            <a:avLst/>
          </a:prstGeom>
          <a:solidFill>
            <a:srgbClr val="FBEAEA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{{a3: what is today}}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3730752"/>
            <a:ext cx="4873752" cy="420624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{{b3: what could be with the product}}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87952"/>
            <a:ext cx="137160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Middle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4187952"/>
            <a:ext cx="4937760" cy="420624"/>
          </a:xfrm>
          <a:prstGeom prst="rect">
            <a:avLst/>
          </a:prstGeom>
          <a:solidFill>
            <a:srgbClr val="FBEAEA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{{a4: what is today}}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4187952"/>
            <a:ext cx="4873752" cy="420624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{{b4: what could be with the product}}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45152"/>
            <a:ext cx="137160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Middle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519" y="4645152"/>
            <a:ext cx="4937760" cy="420624"/>
          </a:xfrm>
          <a:prstGeom prst="rect">
            <a:avLst/>
          </a:prstGeom>
          <a:solidFill>
            <a:srgbClr val="FBEAEA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{{a5: what is today}}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4645152"/>
            <a:ext cx="4873752" cy="420624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{{b5: what could be with the product}}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02352"/>
            <a:ext cx="137160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End:
call to 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74519" y="5102352"/>
            <a:ext cx="9857232" cy="42062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{{ask: call to action}}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59552"/>
            <a:ext cx="137160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New
bliss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74519" y="5559552"/>
            <a:ext cx="9857232" cy="42062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{{bliss: closing vision}}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053328"/>
            <a:ext cx="1737360" cy="45720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6053328"/>
            <a:ext cx="9537192" cy="45720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decision and open gaps}}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