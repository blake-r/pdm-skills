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FIELD RESEARCH · FIELD OBSERVATION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observed, where, whom, year}}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560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{{hypothesis: in situation X the person does Y because Z}}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6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Place, people,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5676" y="143560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{{setting: where, whom, visits and hours}}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4152" y="1143000"/>
            <a:ext cx="36576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Observer's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4152" y="143560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{{role: passive or with questions; full or partial}}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84048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Observation (fact 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78608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{{f1: what they did, where, in what order}}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{{f2: what they did, where, in what order}}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95344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{{f3: what they did, where, in what order}}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286000"/>
            <a:ext cx="329184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The person's 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578608"/>
            <a:ext cx="32918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{{q1: verbatim or 'not in the source'}}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236976"/>
            <a:ext cx="32918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{{q2: verbatim or 'not in the source'}}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895344"/>
            <a:ext cx="32918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{{q3: verbatim or 'not in the source'}}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286000"/>
            <a:ext cx="384048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578608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{{i1: why, in the observer's view}}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236976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{{i2: why, in the observer's view}}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895344"/>
            <a:ext cx="384048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{{i3: why, in the observer's view}}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Repeats across visits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3657600" cy="1645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{{patterns: what repeated, and how many people}}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5676" y="4663440"/>
            <a:ext cx="365760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Not confirmed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5676" y="4956048"/>
            <a:ext cx="3657600" cy="164592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{{refuted: what did not match, or stayed unclear}}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4152" y="4663440"/>
            <a:ext cx="365760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 and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4956048"/>
            <a:ext cx="3657600" cy="164592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change, and how we check it}}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