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CUSTOMER SURVEY · SURVEY PLAN AND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who ran the survey, whom, when}}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Hypothesis and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5608"/>
            <a:ext cx="3657600" cy="7772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{{hypothesis: what we test, and the decision it drives}}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5676" y="114300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Whom we survey (screening)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5676" y="1435608"/>
            <a:ext cx="3657600" cy="7772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{{audience: screening condition and people invited}}</a:t>
            </a:r>
          </a:p>
        </p:txBody>
      </p:sp>
      <p:sp>
        <p:nvSpPr>
          <p:cNvPr id="8" name="Rectangle 7"/>
          <p:cNvSpPr/>
          <p:nvPr/>
        </p:nvSpPr>
        <p:spPr>
          <a:xfrm>
            <a:off x="8074152" y="114300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Channel and collection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4152" y="1435608"/>
            <a:ext cx="3657600" cy="7772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{{channel: how it was sent, answers, trial run}}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384048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Question (closed or open)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24328"/>
            <a:ext cx="384048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{{q1: exact wording}}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384048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{{q2: exact wording}}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85032"/>
            <a:ext cx="384048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{{q3: exact wording}}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15383"/>
            <a:ext cx="384048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{{q4: exact wording}}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33172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Answers (shares, number of respondents)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624328"/>
            <a:ext cx="365760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{{a1: shares or 'not in the source'}}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154680"/>
            <a:ext cx="365760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{{a2: shares or 'not in the source'}}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685032"/>
            <a:ext cx="365760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{{a3: shares or 'not in the source'}}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4215383"/>
            <a:ext cx="365760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{{a4: shares or 'not in the source'}}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331720"/>
            <a:ext cx="3474720" cy="29260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624328"/>
            <a:ext cx="347472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{{c1: what follows from the answers}}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154680"/>
            <a:ext cx="347472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{{c2: what follows from the answers}}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685032"/>
            <a:ext cx="347472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{{c3: what follows from the answers}}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215383"/>
            <a:ext cx="347472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{{c4: what follows from the answers}}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54880"/>
            <a:ext cx="3657600" cy="29260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the data does not show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47488"/>
            <a:ext cx="3657600" cy="1463040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{{gaps: what is unknown: respondents, groups, caveats}}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5676" y="4754880"/>
            <a:ext cx="365760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5676" y="5047488"/>
            <a:ext cx="3657600" cy="146304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what we change as a result}}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74152" y="475488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 check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74152" y="5047488"/>
            <a:ext cx="3657600" cy="14630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{{check: how we check it by behavior, and when}}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