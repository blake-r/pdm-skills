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4712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JOBS-TO-BE-DONE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124712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2200" b="1">
                <a:solidFill>
                  <a:srgbClr val="262B33"/>
                </a:solidFill>
                <a:latin typeface="Arial"/>
              </a:rPr>
              <a:t>{{title: whose product, who was studied, how and when}}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2514600" cy="411480"/>
          </a:xfrm>
          <a:prstGeom prst="rect">
            <a:avLst/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{{job1: job name}}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2514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93776" y="1673352"/>
            <a:ext cx="2441448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When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920240"/>
            <a:ext cx="2514600" cy="82295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{{job1_when: situation in which the job arises}}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788920"/>
            <a:ext cx="2514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93776" y="2816351"/>
            <a:ext cx="2441448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I want to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063239"/>
            <a:ext cx="2514600" cy="82295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{{job1_want: what the person wants to do}}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931920"/>
            <a:ext cx="2514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3776" y="3959352"/>
            <a:ext cx="2441448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So that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206240"/>
            <a:ext cx="2514600" cy="82295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{{job1_so_that: which outcome they need}}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074920"/>
            <a:ext cx="2514600" cy="1325880"/>
          </a:xfrm>
          <a:prstGeom prst="rect">
            <a:avLst/>
          </a:prstGeom>
          <a:solidFill>
            <a:srgbClr val="E8F0FC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3776" y="5102352"/>
            <a:ext cx="2441448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F6FDE"/>
                </a:solidFill>
                <a:latin typeface="Arial"/>
              </a:rPr>
              <a:t>What we did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349240"/>
            <a:ext cx="2514600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{{job1_solution: what we changed for this job}}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44952" y="1188720"/>
            <a:ext cx="2514600" cy="411480"/>
          </a:xfrm>
          <a:prstGeom prst="rect">
            <a:avLst/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{{job2: job name}}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44952" y="1645920"/>
            <a:ext cx="2514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081528" y="1673352"/>
            <a:ext cx="2441448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When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44952" y="1920240"/>
            <a:ext cx="2514600" cy="82295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{{job2_when: situation in which the job arises}}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44952" y="2788920"/>
            <a:ext cx="2514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081528" y="2816351"/>
            <a:ext cx="2441448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I want to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44952" y="3063239"/>
            <a:ext cx="2514600" cy="82295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{{job2_want: what the person wants to do}}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44952" y="3931920"/>
            <a:ext cx="2514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081528" y="3959352"/>
            <a:ext cx="2441448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So that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44952" y="4206240"/>
            <a:ext cx="2514600" cy="82295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{{job2_so_that: which outcome they need}}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44952" y="5074920"/>
            <a:ext cx="2514600" cy="1325880"/>
          </a:xfrm>
          <a:prstGeom prst="rect">
            <a:avLst/>
          </a:prstGeom>
          <a:solidFill>
            <a:srgbClr val="E8F0FC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081528" y="5102352"/>
            <a:ext cx="2441448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F6FDE"/>
                </a:solidFill>
                <a:latin typeface="Arial"/>
              </a:rPr>
              <a:t>What we did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44952" y="5349240"/>
            <a:ext cx="2514600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{{job2_solution: what we changed for this job}}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32704" y="1188720"/>
            <a:ext cx="2514600" cy="411480"/>
          </a:xfrm>
          <a:prstGeom prst="rect">
            <a:avLst/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{{job3: job name}}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32704" y="1645920"/>
            <a:ext cx="2514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669280" y="1673352"/>
            <a:ext cx="2441448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When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32704" y="1920240"/>
            <a:ext cx="2514600" cy="82295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{{job3_when: situation in which the job arises}}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32704" y="2788920"/>
            <a:ext cx="2514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69280" y="2816351"/>
            <a:ext cx="2441448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I want to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32704" y="3063239"/>
            <a:ext cx="2514600" cy="82295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{{job3_want: what the person wants to do}}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32704" y="3931920"/>
            <a:ext cx="2514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669280" y="3959352"/>
            <a:ext cx="2441448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So that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32704" y="4206240"/>
            <a:ext cx="2514600" cy="82295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{{job3_so_that: which outcome they need}}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32704" y="5074920"/>
            <a:ext cx="2514600" cy="1325880"/>
          </a:xfrm>
          <a:prstGeom prst="rect">
            <a:avLst/>
          </a:prstGeom>
          <a:solidFill>
            <a:srgbClr val="E8F0FC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669280" y="5102352"/>
            <a:ext cx="2441448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F6FDE"/>
                </a:solidFill>
                <a:latin typeface="Arial"/>
              </a:rPr>
              <a:t>What we did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32704" y="5349240"/>
            <a:ext cx="2514600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{{job3_solution: what we changed for this job}}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458200" y="1124712"/>
            <a:ext cx="3291840" cy="3383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62B33"/>
                </a:solidFill>
                <a:latin typeface="Arial"/>
              </a:rPr>
              <a:t>Who and where the data is from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458200" y="1463040"/>
            <a:ext cx="3291840" cy="224028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{{who: who was studied, where and when}}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8200" y="4005072"/>
            <a:ext cx="3291840" cy="3383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62B33"/>
                </a:solidFill>
                <a:latin typeface="Arial"/>
              </a:rPr>
              <a:t>Result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458200" y="4343400"/>
            <a:ext cx="3291840" cy="224028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{{result: result with dates and checks}}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