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JTBD INTERVIEW · PURCHASE TIMELINE AND FORCES OF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who, which purchase,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First 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{{t1: first thought, when and why}}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075688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Passive looking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5688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{{t2: what they noticed and read}}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Event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94176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{{t3: what pushed them to look}}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2664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Active looking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12664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{{t4: alternatives compared, workarounds}}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1152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Event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1152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{{t5: last nudge before the decision}}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{{t6: what they chose and when}}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68128" y="1188720"/>
            <a:ext cx="1554480" cy="3657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68128" y="1554480"/>
            <a:ext cx="155448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{{t7: first use, against expectations}}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743200" cy="155448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10712"/>
            <a:ext cx="2651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→ Push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49040"/>
            <a:ext cx="26517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{{push: what was wrong with the old way}}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8240" y="3383280"/>
            <a:ext cx="2743200" cy="1554480"/>
          </a:xfrm>
          <a:prstGeom prst="rect">
            <a:avLst/>
          </a:prstGeom>
          <a:noFill/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3960" y="3410712"/>
            <a:ext cx="2651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→ Pull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3960" y="3749040"/>
            <a:ext cx="26517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{{pull: what the new option promised}}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9281" y="3383280"/>
            <a:ext cx="2743200" cy="155448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001" y="3410712"/>
            <a:ext cx="2651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← Anxiety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5001" y="3749040"/>
            <a:ext cx="26517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{{anxiety: what they feared about the new option}}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0322" y="3383280"/>
            <a:ext cx="2743200" cy="1554480"/>
          </a:xfrm>
          <a:prstGeom prst="rect">
            <a:avLst/>
          </a:prstGeom>
          <a:noFill/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26042" y="3410712"/>
            <a:ext cx="2651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← Habit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26042" y="3749040"/>
            <a:ext cx="26517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{{habit: what kept them with the old way}}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5559552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the interviews showed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67528"/>
            <a:ext cx="5559552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{{insights: repeated findings, job and open points}}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74920"/>
            <a:ext cx="5559552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367528"/>
            <a:ext cx="5559552" cy="12801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 and the check metric}}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