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EXPERT INTERVIEW · EXPERT INTERVIEW PLAN AND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who ran it, with whom, when}}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3657600" cy="292608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Hypothesis and decision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35608"/>
            <a:ext cx="3657600" cy="77724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{{hypothesis: what we test, and the decision it drives}}</a:t>
            </a:r>
          </a:p>
        </p:txBody>
      </p:sp>
      <p:sp>
        <p:nvSpPr>
          <p:cNvPr id="6" name="Rectangle 5"/>
          <p:cNvSpPr/>
          <p:nvPr/>
        </p:nvSpPr>
        <p:spPr>
          <a:xfrm>
            <a:off x="4265676" y="1143000"/>
            <a:ext cx="3657600" cy="292608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Experts (roles)</a:t>
            </a:r>
          </a:p>
        </p:txBody>
      </p:sp>
      <p:sp>
        <p:nvSpPr>
          <p:cNvPr id="7" name="Rectangle 6"/>
          <p:cNvSpPr/>
          <p:nvPr/>
        </p:nvSpPr>
        <p:spPr>
          <a:xfrm>
            <a:off x="4265676" y="1435608"/>
            <a:ext cx="3657600" cy="77724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{{experts: roles, how each knows consumers, count}}</a:t>
            </a:r>
          </a:p>
        </p:txBody>
      </p:sp>
      <p:sp>
        <p:nvSpPr>
          <p:cNvPr id="8" name="Rectangle 7"/>
          <p:cNvSpPr/>
          <p:nvPr/>
        </p:nvSpPr>
        <p:spPr>
          <a:xfrm>
            <a:off x="8074152" y="1143000"/>
            <a:ext cx="3657600" cy="292608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Format and collection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8074152" y="1435608"/>
            <a:ext cx="3657600" cy="77724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{{format: interview or workshop; who led and took notes}}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31720"/>
            <a:ext cx="3840480" cy="292608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Question to the expert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24328"/>
            <a:ext cx="3840480" cy="53035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{{q1: exact wording or 'not in the source'}}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54680"/>
            <a:ext cx="3840480" cy="53035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{{q2: exact wording or 'not in the source'}}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685032"/>
            <a:ext cx="3840480" cy="53035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{{q3: exact wording or 'not in the source'}}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215383"/>
            <a:ext cx="3840480" cy="53035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{{q4: exact wording or 'not in the source'}}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2331720"/>
            <a:ext cx="3657600" cy="292608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Answer or summary (role)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4840" y="2624328"/>
            <a:ext cx="3657600" cy="53035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{{a1: what was said and by which role, or authors' summary}}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3154680"/>
            <a:ext cx="3657600" cy="53035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{{a2: what was said and by which role, or authors' summary}}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34840" y="3685032"/>
            <a:ext cx="3657600" cy="53035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{{a3: what was said and by which role, or authors' summary}}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34840" y="4215383"/>
            <a:ext cx="3657600" cy="53035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{{a4: what was said and by which role, or authors' summary}}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2331720"/>
            <a:ext cx="3474720" cy="292608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Conclusion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2624328"/>
            <a:ext cx="3474720" cy="53035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{{c1: what follows from the answers}}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3154680"/>
            <a:ext cx="3474720" cy="53035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{{c2: what follows from the answers}}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3685032"/>
            <a:ext cx="3474720" cy="53035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{{c3: what follows from the answers}}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4215383"/>
            <a:ext cx="3474720" cy="53035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{{c4: what follows from the answers}}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754880"/>
            <a:ext cx="3657600" cy="292608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the data does not show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047488"/>
            <a:ext cx="3657600" cy="1463040"/>
          </a:xfrm>
          <a:prstGeom prst="rect">
            <a:avLst/>
          </a:prstGeom>
          <a:solidFill>
            <a:srgbClr val="FBEAEA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{{gaps: what is unknown: participants, verbatim answers, caveats}}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65676" y="4754880"/>
            <a:ext cx="3657600" cy="29260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65676" y="5047488"/>
            <a:ext cx="3657600" cy="1463040"/>
          </a:xfrm>
          <a:prstGeom prst="rect">
            <a:avLst/>
          </a:prstGeom>
          <a:solidFill>
            <a:srgbClr val="E8F5E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{{decision: what we change as a result}}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74152" y="4754880"/>
            <a:ext cx="3657600" cy="292608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Decision check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74152" y="5047488"/>
            <a:ext cx="3657600" cy="146304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{{check: how we check it with consumers, and when}}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