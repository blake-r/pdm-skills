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EMPATHY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who was studied, how and when}}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7772400" cy="53949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7200" y="1188720"/>
            <a:ext cx="7772400" cy="1651872"/>
          </a:xfrm>
          <a:custGeom>
            <a:avLst/>
            <a:gdLst/>
            <a:ahLst/>
            <a:cxnLst/>
            <a:rect l="l" t="t" r="r" b="b"/>
            <a:pathLst>
              <a:path w="7772400" h="1651872">
                <a:moveTo>
                  <a:pt x="0" y="0"/>
                </a:moveTo>
                <a:lnTo>
                  <a:pt x="7772400" y="0"/>
                </a:lnTo>
                <a:lnTo>
                  <a:pt x="5114687" y="1651872"/>
                </a:lnTo>
                <a:lnTo>
                  <a:pt x="2657712" y="1651872"/>
                </a:lnTo>
                <a:close/>
              </a:path>
            </a:pathLst>
          </a:custGeom>
          <a:solidFill>
            <a:srgbClr val="E8F0FC"/>
          </a:solidFill>
          <a:ln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343400" y="1188720"/>
            <a:ext cx="0" cy="1143000"/>
          </a:xfrm>
          <a:prstGeom prst="line">
            <a:avLst/>
          </a:prstGeom>
          <a:ln w="1270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57200" y="5297567"/>
            <a:ext cx="2657712" cy="1286113"/>
          </a:xfrm>
          <a:prstGeom prst="line">
            <a:avLst/>
          </a:prstGeom>
          <a:ln w="1270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5571887" y="5297567"/>
            <a:ext cx="2657713" cy="1286113"/>
          </a:xfrm>
          <a:prstGeom prst="line">
            <a:avLst/>
          </a:prstGeom>
          <a:ln w="1270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0760" y="4069080"/>
            <a:ext cx="2148840" cy="0"/>
          </a:xfrm>
          <a:prstGeom prst="line">
            <a:avLst/>
          </a:prstGeom>
          <a:ln w="1270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606040" y="2331720"/>
            <a:ext cx="3474720" cy="3474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4519" y="1243584"/>
            <a:ext cx="23774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1 Who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1499616"/>
            <a:ext cx="2377440" cy="7040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{{who: name, age, role and situation}}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243584"/>
            <a:ext cx="26517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2 What they need to 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499616"/>
            <a:ext cx="2651760" cy="7040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{{need_to_do: the job they are trying to do}}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743200"/>
            <a:ext cx="2011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3 See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999232"/>
            <a:ext cx="2011680" cy="10241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{{see: what they see in the market}}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160520"/>
            <a:ext cx="2011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4 Say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416552"/>
            <a:ext cx="2011680" cy="9326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{{say: what they say out loud}}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5852160"/>
            <a:ext cx="30175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5 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6108192"/>
            <a:ext cx="301752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{{do: observable actions and habits}}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26080"/>
            <a:ext cx="2011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6 Hear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82112"/>
            <a:ext cx="2011680" cy="19385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{{hear: what they hear from others}}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2606040"/>
            <a:ext cx="3291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100" b="1">
                <a:solidFill>
                  <a:srgbClr val="262B33"/>
                </a:solidFill>
                <a:latin typeface="Arial"/>
              </a:rPr>
              <a:t>7 Think and feel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43400" y="2953512"/>
            <a:ext cx="0" cy="1892808"/>
          </a:xfrm>
          <a:prstGeom prst="line">
            <a:avLst/>
          </a:prstGeom>
          <a:ln w="12700"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971800" y="2953512"/>
            <a:ext cx="1325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Pains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3209544"/>
            <a:ext cx="1325880" cy="16642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{{pains: frustrations and obstacles}}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2953512"/>
            <a:ext cx="13258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Gains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3209544"/>
            <a:ext cx="1325880" cy="16642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{{gains: wants and measures of success}}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4892040"/>
            <a:ext cx="237744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00" b="0">
                <a:solidFill>
                  <a:srgbClr val="262B33"/>
                </a:solidFill>
                <a:latin typeface="Arial"/>
              </a:rPr>
              <a:t>{{think_feel: thoughts and feelings that drive behaviour}}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1124712"/>
            <a:ext cx="3291840" cy="338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58200" y="1463040"/>
            <a:ext cx="3291840" cy="2240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what we change and who decides}}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4005072"/>
            <a:ext cx="3291840" cy="338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Result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4343400"/>
            <a:ext cx="3291840" cy="2240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{{result: result with dates and checks}}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