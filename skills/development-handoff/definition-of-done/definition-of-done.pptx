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DEFINITION OF DONE · DEFINITION OF DONE AGREEMENT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team, product and date of the agreement}}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502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0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{{scope: work covered and what done means}}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2801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Applies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017520" cy="2743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Done criterion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737360"/>
            <a:ext cx="4114800" cy="2743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How we check and who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{{k1: criterion, checkable yes or no}}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5740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{{h1: how it is checked and by whom}}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{{k2: criterion, checkable yes or no}}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48716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{{h2: how it is checked and by whom}}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16935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{{k3: criterion, checkable yes or no}}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916935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{{h3: how it is checked and by whom}}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46703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{{k4: criterion, checkable yes or no}}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346703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{{h4: how it is checked and by whom}}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76471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{{k5: criterion, checkable yes or no}}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776471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{{h5: how it is checked and by whom}}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39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{{k6: criterion, checkable yes or no}}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206239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{{h6: how it is checked and by whom}}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36007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{{k7: criterion, checkable yes or no}}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636007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{{h7: how it is checked and by whom}}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65775"/>
            <a:ext cx="3017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{{k8: criterion, checkable yes or no}}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5065775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{{h8: how it is checked and by whom}}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737360"/>
            <a:ext cx="3959352" cy="119176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{{auto: what blocks release by itself}}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45552" y="1764792"/>
            <a:ext cx="381304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Automatic checks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020567"/>
            <a:ext cx="3959352" cy="119176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{{fail: where work goes back, and what may ship}}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45552" y="3047999"/>
            <a:ext cx="381304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Criteria not met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4303775"/>
            <a:ext cx="3959352" cy="119176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{{review: review frequency, triggers and editors}}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5552" y="4331207"/>
            <a:ext cx="381304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How we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41263"/>
            <a:ext cx="55915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{{agreed: roles that accepted, and standard}}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5568695"/>
            <a:ext cx="54452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Who agreed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0196" y="5541263"/>
            <a:ext cx="5591556" cy="11338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from which date, what changes, and why}}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3348" y="5568695"/>
            <a:ext cx="54452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