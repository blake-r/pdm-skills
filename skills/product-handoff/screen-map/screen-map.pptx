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SCREEN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change and number of screens}}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32120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161288"/>
            <a:ext cx="542239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User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90472"/>
            <a:ext cx="5422392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{{scenario: what the person does, start and end}}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143000"/>
            <a:ext cx="5532120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4496" y="1161288"/>
            <a:ext cx="542239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What changes on the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490472"/>
            <a:ext cx="5422392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{{change: screens added, removed, merged or moved}}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{{s1: entry screen: name, contents, note}}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33172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{{s2: second-level screen: name, contents, note}}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79476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{{s3: second-level screen: name, contents, note}}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33172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{{s4: third-level screen: name, contents, note}}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79476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{{s5: third-level screen: name, contents, note}}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34640" y="2880360"/>
            <a:ext cx="640080" cy="32004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34640" y="3657600"/>
            <a:ext cx="640080" cy="68580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52160" y="2880360"/>
            <a:ext cx="64008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52160" y="4343400"/>
            <a:ext cx="64008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869680" y="2331720"/>
            <a:ext cx="286207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544" y="2350008"/>
            <a:ext cx="275234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6B7280"/>
                </a:solidFill>
                <a:latin typeface="Arial"/>
              </a:rPr>
              <a:t>Transitions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4544" y="2679191"/>
            <a:ext cx="2752344" cy="9875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{{transitions: from, to and trigger}}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3794760"/>
            <a:ext cx="2862072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4544" y="3813048"/>
            <a:ext cx="275234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6B7280"/>
                </a:solidFill>
                <a:latin typeface="Arial"/>
              </a:rPr>
              <a:t>Screen states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4142232"/>
            <a:ext cx="2752344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{{states: loading, data, empty and error states}}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3657600" cy="11430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" y="5047488"/>
            <a:ext cx="354787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Affected and not shown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5376672"/>
            <a:ext cx="3547872" cy="7589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{{affected: affected screens of other teams}}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5029200"/>
            <a:ext cx="3840480" cy="114300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5047488"/>
            <a:ext cx="373075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Decision on the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06824" y="5376672"/>
            <a:ext cx="3730752" cy="7589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kept, merged, removed or added, and why}}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029200"/>
            <a:ext cx="3502152" cy="11430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84464" y="5047488"/>
            <a:ext cx="339242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Check and 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84464" y="5376672"/>
            <a:ext cx="3392424" cy="7589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{{check: how it was checked and the result}}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Legend: rectangle = screen, arrow = transition.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