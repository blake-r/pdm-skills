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USER STORY · CARD FRONT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short story 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3716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1109167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300" b="1">
                <a:solidFill>
                  <a:srgbClr val="2F6FDE"/>
                </a:solidFill>
                <a:latin typeface="Arial"/>
              </a:rPr>
              <a:t>As 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8311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800" b="0">
                <a:solidFill>
                  <a:srgbClr val="262B33"/>
                </a:solidFill>
                <a:latin typeface="Arial"/>
              </a:rPr>
              <a:t>{{role: a specific role or segment}}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15768"/>
            <a:ext cx="11274552" cy="13716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1109167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300" b="1">
                <a:solidFill>
                  <a:srgbClr val="2F6FDE"/>
                </a:solidFill>
                <a:latin typeface="Arial"/>
              </a:rPr>
              <a:t>I want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27248"/>
            <a:ext cx="1118311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800" b="0">
                <a:solidFill>
                  <a:srgbClr val="262B33"/>
                </a:solidFill>
                <a:latin typeface="Arial"/>
              </a:rPr>
              <a:t>{{goal: what the person wants to do}}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97096"/>
            <a:ext cx="11274552" cy="13716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70248"/>
            <a:ext cx="1109167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300" b="1">
                <a:solidFill>
                  <a:srgbClr val="2F6FDE"/>
                </a:solidFill>
                <a:latin typeface="Arial"/>
              </a:rPr>
              <a:t>So that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08576"/>
            <a:ext cx="1118311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800" b="0">
                <a:solidFill>
                  <a:srgbClr val="262B33"/>
                </a:solidFill>
                <a:latin typeface="Arial"/>
              </a:rPr>
              <a:t>{{benefit: benefit and how it is noticed}}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678424"/>
            <a:ext cx="11274552" cy="9052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724144"/>
            <a:ext cx="20116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5724144"/>
            <a:ext cx="89885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0">
                <a:solidFill>
                  <a:srgbClr val="262B33"/>
                </a:solidFill>
                <a:latin typeface="Arial"/>
              </a:rPr>
              <a:t>{{size: team estimate and unit}}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USER STORY · CARD BACK · CONVERSATION &amp; CONFIRMATION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short story 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840480" cy="53949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16152"/>
            <a:ext cx="3749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Notes from the discussion ·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840480" cy="5074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{{notes: what was clarified with the team}}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188720"/>
            <a:ext cx="72511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Acceptance criteria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80560" y="1508760"/>
          <a:ext cx="725119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95144"/>
                <a:gridCol w="2295144"/>
                <a:gridCol w="2295144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Given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Then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{{given1: initial state}}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{{when1: action}}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{{then1: observable result}}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{{given2: initial state}}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{{when2: action}}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{{then2: observable result}}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{{given3: initial state}}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{{when3: action}}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{{then3: observable result}}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{{given4: initial state}}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{{when4: action}}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{{then4: observable result}}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480560" y="5257800"/>
            <a:ext cx="72511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INVEST check · ✓ where the property holds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5623560"/>
            <a:ext cx="1147572" cy="96012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17136" y="5669280"/>
            <a:ext cx="107441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Independent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7136" y="6007608"/>
            <a:ext cx="1074419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F6FDE"/>
                </a:solidFill>
                <a:latin typeface="Arial"/>
              </a:rPr>
              <a:t>{{i: ✓ if yes}}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01284" y="5623560"/>
            <a:ext cx="1147572" cy="96012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37860" y="5669280"/>
            <a:ext cx="107441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Negotiable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37860" y="6007608"/>
            <a:ext cx="1074419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F6FDE"/>
                </a:solidFill>
                <a:latin typeface="Arial"/>
              </a:rPr>
              <a:t>{{n: ✓ if yes}}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22008" y="5623560"/>
            <a:ext cx="1147572" cy="96012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58584" y="5669280"/>
            <a:ext cx="107441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Valuable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58584" y="6007608"/>
            <a:ext cx="1074419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F6FDE"/>
                </a:solidFill>
                <a:latin typeface="Arial"/>
              </a:rPr>
              <a:t>{{v: ✓ if yes}}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2732" y="5623560"/>
            <a:ext cx="1147572" cy="96012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79308" y="5669280"/>
            <a:ext cx="107441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Estimable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9308" y="6007608"/>
            <a:ext cx="1074419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F6FDE"/>
                </a:solidFill>
                <a:latin typeface="Arial"/>
              </a:rPr>
              <a:t>{{e: ✓ if yes}}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3456" y="5623560"/>
            <a:ext cx="1147572" cy="96012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00032" y="5669280"/>
            <a:ext cx="107441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Small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00032" y="6007608"/>
            <a:ext cx="1074419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F6FDE"/>
                </a:solidFill>
                <a:latin typeface="Arial"/>
              </a:rPr>
              <a:t>{{s: ✓ if yes}}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84180" y="5623560"/>
            <a:ext cx="1147572" cy="96012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20755" y="5669280"/>
            <a:ext cx="107441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Testable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20755" y="6007608"/>
            <a:ext cx="1074419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F6FDE"/>
                </a:solidFill>
                <a:latin typeface="Arial"/>
              </a:rPr>
              <a:t>{{t: ✓ if yes}}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