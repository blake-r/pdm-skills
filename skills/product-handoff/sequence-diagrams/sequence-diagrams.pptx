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SEQUENCE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scenario and product, one line}}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199" y="1188720"/>
            <a:ext cx="1645920" cy="5486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{{participant_1: participant name}}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1737360"/>
            <a:ext cx="0" cy="43891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0" y="1188720"/>
            <a:ext cx="1645920" cy="5486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{{participant_2: participant name}}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1737360"/>
            <a:ext cx="0" cy="43891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0" y="1188720"/>
            <a:ext cx="1645920" cy="5486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{{participant_3: participant name}}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1737360"/>
            <a:ext cx="0" cy="43891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315200" y="1188720"/>
            <a:ext cx="1645920" cy="5486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{{participant_4: participant name}}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1737360"/>
            <a:ext cx="0" cy="43891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2194560"/>
            <a:ext cx="228600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316736" y="176479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{{m1: message 1 text}}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606040"/>
            <a:ext cx="228600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02736" y="217627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{{m2: message 2 text}}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3017520"/>
            <a:ext cx="228600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88736" y="258775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{{m3: message 3 text}}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852160" y="3429000"/>
            <a:ext cx="2286000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888736" y="299923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{{m4: message 4 text}}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8229600" cy="182880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11880"/>
            <a:ext cx="502920" cy="2560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611880"/>
            <a:ext cx="7589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E8B57"/>
                </a:solidFill>
                <a:latin typeface="Arial"/>
              </a:rPr>
              <a:t>{{g1: main branch condition}}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566160" y="4343400"/>
            <a:ext cx="2286000" cy="0"/>
          </a:xfrm>
          <a:prstGeom prst="line">
            <a:avLst/>
          </a:prstGeom>
          <a:ln w="1905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02736" y="391363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{{m5: message 5a text}}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572000"/>
            <a:ext cx="8229600" cy="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51560" y="4572000"/>
            <a:ext cx="7589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C63D3D"/>
                </a:solidFill>
                <a:latin typeface="Arial"/>
              </a:rPr>
              <a:t>{{g2: else condition}}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566160" y="5212080"/>
            <a:ext cx="2286000" cy="0"/>
          </a:xfrm>
          <a:prstGeom prst="line">
            <a:avLst/>
          </a:prstGeom>
          <a:ln w="19050">
            <a:solidFill>
              <a:srgbClr val="C6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02736" y="478231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{{m6: message 5b text}}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280160" y="5897880"/>
            <a:ext cx="228600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316736" y="5468112"/>
            <a:ext cx="2212848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{{m7: message 6 text}}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188720"/>
            <a:ext cx="2587752" cy="150876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98864" y="1207008"/>
            <a:ext cx="2478024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Scenario and boundaries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98864" y="1517904"/>
            <a:ext cx="2478024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{{scope: scenario and its boundaries}}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834640"/>
            <a:ext cx="2587752" cy="178308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2852928"/>
            <a:ext cx="2478024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Decision on the diagram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98864" y="3163824"/>
            <a:ext cx="2478024" cy="14173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decision on the diagram}}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4754880"/>
            <a:ext cx="25877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4773168"/>
            <a:ext cx="2478024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What the diagram lacks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8864" y="5084064"/>
            <a:ext cx="247802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{{gaps: what the diagram lacks}}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Legend: rectangle on top = participant, dashed line down = lifeline, filled arrow = call, dashed arrow = response, alt frame = choice of one branch.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