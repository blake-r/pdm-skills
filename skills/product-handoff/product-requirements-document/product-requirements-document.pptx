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PRODUCT REQUIREMENTS DOCUMENT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 or feature, document version and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600200" cy="109728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" y="1234440"/>
            <a:ext cx="1527048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1. Purpose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709928"/>
            <a:ext cx="1527048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Why we build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143000"/>
            <a:ext cx="4745736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5416" y="1161288"/>
            <a:ext cx="467258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Background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5416" y="1417320"/>
            <a:ext cx="4672584" cy="7863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{{background: what prompted the work, links}}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6016" y="1143000"/>
            <a:ext cx="4745736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22592" y="1161288"/>
            <a:ext cx="467258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Business &amp; Product Goals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22592" y="1417320"/>
            <a:ext cx="4672584" cy="7863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{{goals: goals with metrics, and non-goals}}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13432"/>
            <a:ext cx="1600200" cy="109728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" y="2404872"/>
            <a:ext cx="1527048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2. Customer &amp;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2880360"/>
            <a:ext cx="1527048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Who it is for and what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2313432"/>
            <a:ext cx="2327148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85416" y="2331720"/>
            <a:ext cx="225399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F6FDE"/>
                </a:solidFill>
                <a:latin typeface="Arial"/>
              </a:rPr>
              <a:t>Customer Segment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85416" y="2587752"/>
            <a:ext cx="2253996" cy="7863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{{segment: segment, needs and current solution}}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67428" y="2313432"/>
            <a:ext cx="2327148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04004" y="2331720"/>
            <a:ext cx="225399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F6FDE"/>
                </a:solidFill>
                <a:latin typeface="Arial"/>
              </a:rPr>
              <a:t>Market &amp; Business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4004" y="2587752"/>
            <a:ext cx="2253996" cy="7863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{{market: segment size and economics}}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86016" y="2313432"/>
            <a:ext cx="2327148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22592" y="2331720"/>
            <a:ext cx="225399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F6FDE"/>
                </a:solidFill>
                <a:latin typeface="Arial"/>
              </a:rPr>
              <a:t>Proposal &amp; Value Propositions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2592" y="2587752"/>
            <a:ext cx="2253996" cy="7863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{{proposal: customer benefit and value delta}}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04604" y="2313432"/>
            <a:ext cx="2327148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41180" y="2331720"/>
            <a:ext cx="2253996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2F6FDE"/>
                </a:solidFill>
                <a:latin typeface="Arial"/>
              </a:rPr>
              <a:t>Risk Assumptions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41180" y="2587752"/>
            <a:ext cx="2253996" cy="7863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{{risks: riskiest hypotheses and their tests}}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83864"/>
            <a:ext cx="1600200" cy="109728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3776" y="3575304"/>
            <a:ext cx="1527048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3. 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" y="4050792"/>
            <a:ext cx="1527048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What we build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3483864"/>
            <a:ext cx="4745736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85416" y="3502152"/>
            <a:ext cx="467258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Solution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5416" y="3758184"/>
            <a:ext cx="4672584" cy="7863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{{solution: product properties, scope, mockups}}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86016" y="3483864"/>
            <a:ext cx="4745736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22592" y="3502152"/>
            <a:ext cx="467258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Project Plan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22592" y="3758184"/>
            <a:ext cx="4672584" cy="7863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{{plan: steps, resources and launch criteria}}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54296"/>
            <a:ext cx="1600200" cy="109728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3776" y="4745736"/>
            <a:ext cx="1527048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4. Execution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" y="5221224"/>
            <a:ext cx="1527048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How we launch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48840" y="4654296"/>
            <a:ext cx="4745736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85416" y="4672584"/>
            <a:ext cx="467258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Launch Strategy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85416" y="4928616"/>
            <a:ext cx="4672584" cy="7863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{{launch: early adopters, channels, operations}}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86016" y="4654296"/>
            <a:ext cx="4745736" cy="1097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22592" y="4672584"/>
            <a:ext cx="467258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Post-Launch Plan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22592" y="4928616"/>
            <a:ext cx="4672584" cy="7863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{{postlaunch: actions on success and on failure}}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824728"/>
            <a:ext cx="11274552" cy="77724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12064" y="5843016"/>
            <a:ext cx="1115568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Handoff readiness and decision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064" y="6099048"/>
            <a:ext cx="11155680" cy="4754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{{decision: hand off to development or send back}}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