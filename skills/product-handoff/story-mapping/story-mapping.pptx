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274320"/>
            <a:ext cx="11247120" cy="3200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200" b="1">
                <a:solidFill>
                  <a:srgbClr val="2F6FDE"/>
                </a:solidFill>
                <a:latin typeface="Arial"/>
              </a:rPr>
              <a:t>STORY MAPPING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548640"/>
            <a:ext cx="11247120" cy="5029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2200" b="1">
                <a:solidFill>
                  <a:srgbClr val="262B33"/>
                </a:solidFill>
                <a:latin typeface="Arial"/>
              </a:rPr>
              <a:t>{{title: product, whose journey, date}}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1828800" cy="5486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Activities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1828800" cy="100584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Tasks
in journey order →</a:t>
            </a:r>
          </a:p>
        </p:txBody>
      </p:sp>
      <p:sp>
        <p:nvSpPr>
          <p:cNvPr id="6" name="Rectangle 5"/>
          <p:cNvSpPr/>
          <p:nvPr/>
        </p:nvSpPr>
        <p:spPr>
          <a:xfrm>
            <a:off x="2359152" y="1188720"/>
            <a:ext cx="1815998" cy="548640"/>
          </a:xfrm>
          <a:prstGeom prst="rect">
            <a:avLst/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{{act1: what the person does, at a high level}}</a:t>
            </a:r>
          </a:p>
        </p:txBody>
      </p:sp>
      <p:sp>
        <p:nvSpPr>
          <p:cNvPr id="7" name="Rectangle 6"/>
          <p:cNvSpPr/>
          <p:nvPr/>
        </p:nvSpPr>
        <p:spPr>
          <a:xfrm>
            <a:off x="2359152" y="1828800"/>
            <a:ext cx="1815998" cy="1005840"/>
          </a:xfrm>
          <a:prstGeom prst="rect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{{task1: steps of this activity}}</a:t>
            </a:r>
          </a:p>
        </p:txBody>
      </p:sp>
      <p:sp>
        <p:nvSpPr>
          <p:cNvPr id="8" name="Rectangle 7"/>
          <p:cNvSpPr/>
          <p:nvPr/>
        </p:nvSpPr>
        <p:spPr>
          <a:xfrm>
            <a:off x="4248302" y="1188720"/>
            <a:ext cx="1815998" cy="548640"/>
          </a:xfrm>
          <a:prstGeom prst="rect">
            <a:avLst/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{{act2: what the person does, at a high level}}</a:t>
            </a:r>
          </a:p>
        </p:txBody>
      </p:sp>
      <p:sp>
        <p:nvSpPr>
          <p:cNvPr id="9" name="Rectangle 8"/>
          <p:cNvSpPr/>
          <p:nvPr/>
        </p:nvSpPr>
        <p:spPr>
          <a:xfrm>
            <a:off x="4248302" y="1828800"/>
            <a:ext cx="1815998" cy="1005840"/>
          </a:xfrm>
          <a:prstGeom prst="rect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{{task2: steps of this activity}}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37452" y="1188720"/>
            <a:ext cx="1815998" cy="548640"/>
          </a:xfrm>
          <a:prstGeom prst="rect">
            <a:avLst/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{{act3: what the person does, at a high level}}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37452" y="1828800"/>
            <a:ext cx="1815998" cy="1005840"/>
          </a:xfrm>
          <a:prstGeom prst="rect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{{task3: steps of this activity}}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26603" y="1188720"/>
            <a:ext cx="1815998" cy="548640"/>
          </a:xfrm>
          <a:prstGeom prst="rect">
            <a:avLst/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{{act4: what the person does, at a high level}}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26603" y="1828800"/>
            <a:ext cx="1815998" cy="1005840"/>
          </a:xfrm>
          <a:prstGeom prst="rect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{{task4: steps of this activity}}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915753" y="1188720"/>
            <a:ext cx="1815998" cy="548640"/>
          </a:xfrm>
          <a:prstGeom prst="rect">
            <a:avLst/>
          </a:prstGeom>
          <a:solidFill>
            <a:srgbClr val="262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l"/>
            <a:r>
              <a:rPr sz="1000" b="1">
                <a:solidFill>
                  <a:srgbClr val="FFFFFF"/>
                </a:solidFill>
                <a:latin typeface="Arial"/>
              </a:rPr>
              <a:t>{{act5: what the person does, at a high level}}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15753" y="1828800"/>
            <a:ext cx="1815998" cy="1005840"/>
          </a:xfrm>
          <a:prstGeom prst="rect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{{task5: steps of this activity}}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57200" y="2935224"/>
            <a:ext cx="11274552" cy="0"/>
          </a:xfrm>
          <a:prstGeom prst="line">
            <a:avLst/>
          </a:prstGeom>
          <a:ln w="19050">
            <a:solidFill>
              <a:srgbClr val="2F6FDE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457200" y="2971800"/>
            <a:ext cx="1828800" cy="1133856"/>
          </a:xfrm>
          <a:prstGeom prst="rect">
            <a:avLst/>
          </a:prstGeom>
          <a:solidFill>
            <a:srgbClr val="E8F0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75488" y="2990088"/>
            <a:ext cx="1792224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F6FDE"/>
                </a:solidFill>
                <a:latin typeface="Arial"/>
              </a:rPr>
              <a:t>Release 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246120"/>
            <a:ext cx="1828800" cy="8595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{{r1_goal: what outcome this slice delivers}}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59152" y="2971800"/>
            <a:ext cx="1815998" cy="1133856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{{s1_1: story for this activity and release}}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48302" y="2971800"/>
            <a:ext cx="1815998" cy="1133856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{{s1_2: story for this activity and release}}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37452" y="2971800"/>
            <a:ext cx="1815998" cy="1133856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{{s1_3: story for this activity and release}}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26603" y="2971800"/>
            <a:ext cx="1815998" cy="1133856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{{s1_4: story for this activity and release}}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915753" y="2971800"/>
            <a:ext cx="1815998" cy="1133856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{{s1_5: story for this activity and release}}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57200" y="4142232"/>
            <a:ext cx="11274552" cy="0"/>
          </a:xfrm>
          <a:prstGeom prst="line">
            <a:avLst/>
          </a:prstGeom>
          <a:ln w="19050">
            <a:solidFill>
              <a:srgbClr val="6B72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457200" y="4178808"/>
            <a:ext cx="1828800" cy="11338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75488" y="4197096"/>
            <a:ext cx="1792224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Release 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453128"/>
            <a:ext cx="1828800" cy="8595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{{r2_goal: what outcome this slice delivers}}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359152" y="4178808"/>
            <a:ext cx="1815998" cy="1133856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{{s2_1: story for this activity and release}}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248302" y="4178808"/>
            <a:ext cx="1815998" cy="1133856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{{s2_2: story for this activity and release}}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37452" y="4178808"/>
            <a:ext cx="1815998" cy="1133856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{{s2_3: story for this activity and release}}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26603" y="4178808"/>
            <a:ext cx="1815998" cy="1133856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{{s2_4: story for this activity and release}}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915753" y="4178808"/>
            <a:ext cx="1815998" cy="1133856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{{s2_5: story for this activity and release}}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57200" y="5349240"/>
            <a:ext cx="11274552" cy="0"/>
          </a:xfrm>
          <a:prstGeom prst="line">
            <a:avLst/>
          </a:prstGeom>
          <a:ln w="19050">
            <a:solidFill>
              <a:srgbClr val="6B7280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ectangle 34"/>
          <p:cNvSpPr/>
          <p:nvPr/>
        </p:nvSpPr>
        <p:spPr>
          <a:xfrm>
            <a:off x="457200" y="5385816"/>
            <a:ext cx="1828800" cy="113385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75488" y="5404104"/>
            <a:ext cx="1792224" cy="27432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1000" b="1">
                <a:solidFill>
                  <a:srgbClr val="262B33"/>
                </a:solidFill>
                <a:latin typeface="Arial"/>
              </a:rPr>
              <a:t>Release 3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5660136"/>
            <a:ext cx="1828800" cy="859536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{{r3_goal: what outcome this slice delivers}}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359152" y="5385816"/>
            <a:ext cx="1815998" cy="1133856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{{s3_1: story for this activity and release}}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248302" y="5385816"/>
            <a:ext cx="1815998" cy="1133856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{{s3_2: story for this activity and release}}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37452" y="5385816"/>
            <a:ext cx="1815998" cy="1133856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{{s3_3: story for this activity and release}}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026603" y="5385816"/>
            <a:ext cx="1815998" cy="1133856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{{s3_4: story for this activity and release}}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915753" y="5385816"/>
            <a:ext cx="1815998" cy="1133856"/>
          </a:xfrm>
          <a:prstGeom prst="rect">
            <a:avLst/>
          </a:prstGeom>
          <a:noFill/>
          <a:ln w="12700">
            <a:solidFill>
              <a:srgbClr val="C9CE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54864" bIns="54864"/>
          <a:lstStyle/>
          <a:p>
            <a:pPr algn="l"/>
            <a:r>
              <a:rPr sz="900" b="0">
                <a:solidFill>
                  <a:srgbClr val="262B33"/>
                </a:solidFill>
                <a:latin typeface="Arial"/>
              </a:rPr>
              <a:t>{{s3_5: story for this activity and release}}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