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PHYSICAL MODELING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solution and where we model it}}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50292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Hypothesis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097280"/>
            <a:ext cx="9445752" cy="50292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{{hypothesis: solution feature under test, and users}}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9968"/>
            <a:ext cx="3657600" cy="7315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{{model: what we build and its size}}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5676" y="173736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Participants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5676" y="2029968"/>
            <a:ext cx="3657600" cy="7315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{{people: who takes part}}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74152" y="173736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Term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4152" y="2029968"/>
            <a:ext cx="3657600" cy="7315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{{term: dates and number of fix cycles}}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265176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18688"/>
            <a:ext cx="265176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{{sc1: situation the participant goes through}}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265176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{{sc2: situation the participant goes through}}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79392"/>
            <a:ext cx="265176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{{sc3: situation the participant goes through}}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2926080"/>
            <a:ext cx="219456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Criterion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3218688"/>
            <a:ext cx="219456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{{cr1: pass or fail threshold}}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3749039"/>
            <a:ext cx="219456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{{cr2: pass or fail threshold}}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4279392"/>
            <a:ext cx="219456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{{cr3: pass or fail threshold}}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2926080"/>
            <a:ext cx="201168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Run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3218688"/>
            <a:ext cx="201168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{{ra1: result of the first run}}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3749039"/>
            <a:ext cx="201168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{{ra2: result of the first run}}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4279392"/>
            <a:ext cx="201168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{{ra3: result of the first run}}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926080"/>
            <a:ext cx="228600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Fix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3218688"/>
            <a:ext cx="228600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{{ch1: change made after the run}}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3749039"/>
            <a:ext cx="228600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{{ch2: change made after the run}}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4279392"/>
            <a:ext cx="2286000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{{ch3: change made after the run}}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2926080"/>
            <a:ext cx="2130552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Run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3218688"/>
            <a:ext cx="2130552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{{rb1: result of the second run}}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3749039"/>
            <a:ext cx="2130552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{{rb2: result of the second run}}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4279392"/>
            <a:ext cx="2130552" cy="53035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{{rb3: result of the second run}}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029200"/>
            <a:ext cx="11274552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40096"/>
            <a:ext cx="11274552" cy="118872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result against criteria and next step}}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