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SINGLE-FEATURE PROTOTYPE · CONCIERGE / WIZARD OF OZ / SOMEONE ELSE'S 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feature, product and test dates}}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50292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Hypothesis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097280"/>
            <a:ext cx="9445752" cy="50292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{{hypothesis: role, solution and expected result}}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Need and 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9968"/>
            <a:ext cx="3657600" cy="8229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{{need: user need and feature}}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5676" y="173736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Approach and what the customer sees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5676" y="2029968"/>
            <a:ext cx="3657600" cy="8229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{{approach: what the customer sees}}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74152" y="173736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Behind the scenes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4152" y="2029968"/>
            <a:ext cx="3657600" cy="8229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{{behind: what the team does behind the scenes}}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1127455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Success criteria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3959352" cy="292608"/>
          </a:xfrm>
          <a:prstGeom prst="rect">
            <a:avLst/>
          </a:prstGeom>
          <a:solidFill>
            <a:srgbClr val="2F6F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Indicator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16552" y="3200400"/>
            <a:ext cx="1828800" cy="292608"/>
          </a:xfrm>
          <a:prstGeom prst="rect">
            <a:avLst/>
          </a:prstGeom>
          <a:solidFill>
            <a:srgbClr val="2F6F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Threshold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3200400"/>
            <a:ext cx="1828800" cy="292608"/>
          </a:xfrm>
          <a:prstGeom prst="rect">
            <a:avLst/>
          </a:prstGeom>
          <a:solidFill>
            <a:srgbClr val="2F6F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Fact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152" y="3200400"/>
            <a:ext cx="3657600" cy="292608"/>
          </a:xfrm>
          <a:prstGeom prst="rect">
            <a:avLst/>
          </a:prstGeom>
          <a:solidFill>
            <a:srgbClr val="2F6F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93008"/>
            <a:ext cx="3959352" cy="32918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{{m1: success indicator}}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16552" y="3493008"/>
            <a:ext cx="1828800" cy="32918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{{t1: threshold}}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5352" y="3493008"/>
            <a:ext cx="1828800" cy="32918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{{f1: fact}}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4152" y="3493008"/>
            <a:ext cx="3657600" cy="32918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{{c1: conclusion}}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22191"/>
            <a:ext cx="3959352" cy="32918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{{m2: success indicator}}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16552" y="3822191"/>
            <a:ext cx="1828800" cy="32918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{{t2: threshold}}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3822191"/>
            <a:ext cx="1828800" cy="32918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{{f2: fact}}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74152" y="3822191"/>
            <a:ext cx="3657600" cy="32918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{{c2: conclusion}}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51376"/>
            <a:ext cx="3959352" cy="32918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{{m3: success indicator}}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16552" y="4151376"/>
            <a:ext cx="1828800" cy="32918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{{t3: threshold}}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4151376"/>
            <a:ext cx="1828800" cy="32918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{{f3: fact}}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74152" y="4151376"/>
            <a:ext cx="3657600" cy="32918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{{c3: conclusion}}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480560"/>
            <a:ext cx="3959352" cy="32918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{{m4: success indicator}}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16552" y="4480560"/>
            <a:ext cx="1828800" cy="32918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{{t4: threshold}}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5352" y="4480560"/>
            <a:ext cx="1828800" cy="32918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{{f4: fact}}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4152" y="4480560"/>
            <a:ext cx="3657600" cy="32918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{{c4: conclusion}}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37760"/>
            <a:ext cx="3657600" cy="310896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Participants and duration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248656"/>
            <a:ext cx="3657600" cy="13716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{{group: participants and test length}}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65676" y="4937760"/>
            <a:ext cx="3657600" cy="310896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What the run showed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5676" y="5248656"/>
            <a:ext cx="3657600" cy="13716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{{result: figures and what they showed}}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74152" y="4937760"/>
            <a:ext cx="3657600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74152" y="5248656"/>
            <a:ext cx="3657600" cy="137160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decision and next step}}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