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FAKE DOOR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feature, product, and test dates}}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50292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097280"/>
            <a:ext cx="9445752" cy="50292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{{hypothesis: segment, need, and share who will click}}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Interface element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8"/>
            <a:ext cx="3657600" cy="71323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{{element: where it sits and what it is called}}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5676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Stub after the click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5676" y="2029968"/>
            <a:ext cx="3657600" cy="71323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{{stub: what the person who clicked sees}}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4152" y="1737360"/>
            <a:ext cx="3657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Audience and duration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2029968"/>
            <a:ext cx="3657600" cy="713232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{{audience: who was shown it, share of users, days}}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112745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Reaction: click-through share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5788152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Segment or variant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3063240"/>
            <a:ext cx="1828800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Saw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3063240"/>
            <a:ext cx="1828800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Clicked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2952" y="3063240"/>
            <a:ext cx="1828800" cy="292608"/>
          </a:xfrm>
          <a:prstGeom prst="rect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Click-through share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55848"/>
            <a:ext cx="5788152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{{g1: segment or text variant}}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335584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{{v1: number of views}}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335584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{{a1: number of clicks}}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2952" y="335584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{{r1: share}}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21608"/>
            <a:ext cx="5788152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{{g2: segment or text variant}}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372160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{{v2: number of views}}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372160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{{a2: number of clicks}}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2952" y="372160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{{r2: share}}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87368"/>
            <a:ext cx="5788152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{{g3: segment or text variant}}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408736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{{v3: number of views}}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74152" y="408736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{{a3: number of clicks}}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02952" y="408736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{{r3: share}}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453128"/>
            <a:ext cx="5788152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{{g4: segment or text variant}}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445312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{{v4: number of views}}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445312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{{a4: number of clicks}}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02952" y="4453128"/>
            <a:ext cx="1828800" cy="3657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8288" rIns="18288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{{r4: share}}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37760"/>
            <a:ext cx="3657600" cy="310896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Threshold and volume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48656"/>
            <a:ext cx="3657600" cy="13716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{{threshold: build and drop shares, views needed}}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5676" y="4937760"/>
            <a:ext cx="3657600" cy="310896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What the reaction showed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5676" y="5248656"/>
            <a:ext cx="3657600" cy="13716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{{result: share by segment, effect, what was not measured}}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74152" y="4937760"/>
            <a:ext cx="3657600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4152" y="5248656"/>
            <a:ext cx="3657600" cy="137160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next step, and what clickers are told}}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