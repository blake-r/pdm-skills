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471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MINIMUM VIABLE PRODUCT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124712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2200" b="1">
                <a:solidFill>
                  <a:srgbClr val="262B33"/>
                </a:solidFill>
                <a:latin typeface="Arial"/>
              </a:rPr>
              <a:t>{{title: what we test, on whom and when}}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828800" cy="502920"/>
          </a:xfrm>
          <a:prstGeom prst="rect">
            <a:avLst/>
          </a:prstGeom>
          <a:solidFill>
            <a:srgbClr val="2F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Hypothesis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1097280"/>
            <a:ext cx="9445752" cy="502920"/>
          </a:xfrm>
          <a:prstGeom prst="rect">
            <a:avLst/>
          </a:prstGeom>
          <a:solidFill>
            <a:srgbClr val="E8F0FC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{{hypothesis: audience, need and reason}}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1828800" cy="502920"/>
          </a:xfrm>
          <a:prstGeom prst="rect">
            <a:avLst/>
          </a:prstGeom>
          <a:solidFill>
            <a:srgbClr val="C6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Risky
assumption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1645920"/>
            <a:ext cx="9445752" cy="502920"/>
          </a:xfrm>
          <a:prstGeom prst="rect">
            <a:avLst/>
          </a:prstGeom>
          <a:solidFill>
            <a:srgbClr val="FBEAEA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{{assumption: riskiest assumption to test}}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40280"/>
            <a:ext cx="11274552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1">
                <a:solidFill>
                  <a:srgbClr val="2F6FDE"/>
                </a:solidFill>
                <a:latin typeface="Arial"/>
              </a:rPr>
              <a:t>MVP form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532888"/>
            <a:ext cx="3657600" cy="310896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Real for the user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843784"/>
            <a:ext cx="3657600" cy="731520"/>
          </a:xfrm>
          <a:prstGeom prst="rect">
            <a:avLst/>
          </a:prstGeom>
          <a:solidFill>
            <a:srgbClr val="E8F5EC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{{real: what the user gets}}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65676" y="2532888"/>
            <a:ext cx="3657600" cy="310896"/>
          </a:xfrm>
          <a:prstGeom prst="rect">
            <a:avLst/>
          </a:prstGeom>
          <a:solidFill>
            <a:srgbClr val="2F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Done manually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65676" y="2843784"/>
            <a:ext cx="3657600" cy="731520"/>
          </a:xfrm>
          <a:prstGeom prst="rect">
            <a:avLst/>
          </a:prstGeom>
          <a:solidFill>
            <a:srgbClr val="E8F0FC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{{manual: what the team does by hand}}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74152" y="2532888"/>
            <a:ext cx="3657600" cy="310896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Not building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74152" y="2843784"/>
            <a:ext cx="3657600" cy="731520"/>
          </a:xfrm>
          <a:prstGeom prst="rect">
            <a:avLst/>
          </a:prstGeom>
          <a:solidFill>
            <a:srgbClr val="F1F2F4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{{skip: features left out}}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703320"/>
            <a:ext cx="11274552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1">
                <a:solidFill>
                  <a:srgbClr val="2F6FDE"/>
                </a:solidFill>
                <a:latin typeface="Arial"/>
              </a:rPr>
              <a:t>How we measure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995928"/>
            <a:ext cx="3657600" cy="310896"/>
          </a:xfrm>
          <a:prstGeom prst="rect">
            <a:avLst/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Metric and success threshold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306824"/>
            <a:ext cx="3657600" cy="64008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{{metric: metric and success threshold}}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65676" y="3995928"/>
            <a:ext cx="3657600" cy="310896"/>
          </a:xfrm>
          <a:prstGeom prst="rect">
            <a:avLst/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Sample and duration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65676" y="4306824"/>
            <a:ext cx="3657600" cy="64008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{{sample: sample size and duration}}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74152" y="3995928"/>
            <a:ext cx="3657600" cy="310896"/>
          </a:xfrm>
          <a:prstGeom prst="rect">
            <a:avLst/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Costs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74152" y="4306824"/>
            <a:ext cx="3657600" cy="64008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{{cost: budget and people involved}}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029200"/>
            <a:ext cx="1828800" cy="548640"/>
          </a:xfrm>
          <a:prstGeom prst="rect">
            <a:avLst/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Result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0" y="5029200"/>
            <a:ext cx="944575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{{result: measured result and quotes}}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669280"/>
            <a:ext cx="1828800" cy="68580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Decision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0" y="5669280"/>
            <a:ext cx="9445752" cy="685800"/>
          </a:xfrm>
          <a:prstGeom prst="rect">
            <a:avLst/>
          </a:prstGeom>
          <a:solidFill>
            <a:srgbClr val="E8F5EC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{{decision: decision taken and its date}}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