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PROTOTYPING PROCESS · TESTING A SOLUTION WITH A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what is being tested, dates}}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188720"/>
            <a:ext cx="2807208" cy="411480"/>
          </a:xfrm>
          <a:prstGeom prst="homePlate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 Hypothesis</a:t>
            </a:r>
          </a:p>
        </p:txBody>
      </p:sp>
      <p:sp>
        <p:nvSpPr>
          <p:cNvPr id="5" name="Chevron 4"/>
          <p:cNvSpPr/>
          <p:nvPr/>
        </p:nvSpPr>
        <p:spPr>
          <a:xfrm>
            <a:off x="3310128" y="1188720"/>
            <a:ext cx="2807208" cy="411480"/>
          </a:xfrm>
          <a:prstGeom prst="chevron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 Prototype</a:t>
            </a:r>
          </a:p>
        </p:txBody>
      </p:sp>
      <p:sp>
        <p:nvSpPr>
          <p:cNvPr id="6" name="Chevron 5"/>
          <p:cNvSpPr/>
          <p:nvPr/>
        </p:nvSpPr>
        <p:spPr>
          <a:xfrm>
            <a:off x="6163056" y="1188720"/>
            <a:ext cx="2807208" cy="411480"/>
          </a:xfrm>
          <a:prstGeom prst="chevron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 Test</a:t>
            </a:r>
          </a:p>
        </p:txBody>
      </p:sp>
      <p:sp>
        <p:nvSpPr>
          <p:cNvPr id="7" name="Chevron 6"/>
          <p:cNvSpPr/>
          <p:nvPr/>
        </p:nvSpPr>
        <p:spPr>
          <a:xfrm>
            <a:off x="9015984" y="1188720"/>
            <a:ext cx="2715768" cy="411480"/>
          </a:xfrm>
          <a:prstGeom prst="chevron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 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715768" cy="22860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171907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Hypothesis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2715768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{{hypothesis: expected user behaviour and its reason}}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2715768" cy="251459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" y="409651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What the prototype must show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2715768" cy="224027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{{question: question whose answer changes the decision}}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691640"/>
            <a:ext cx="271576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Fidelity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2011680"/>
            <a:ext cx="2715768" cy="384048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04825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Sketch, 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6" y="204825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{{sketch}}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2468880"/>
            <a:ext cx="2715768" cy="384048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6704" y="250545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Screen mockup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456" y="250545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{{mockup}}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2926080"/>
            <a:ext cx="2715768" cy="384048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96265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Clickable mockup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1456" y="296265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{{clickable}}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3383280"/>
            <a:ext cx="2715768" cy="384048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46704" y="341985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Human simulation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91456" y="341985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{{wizard}}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3840480"/>
            <a:ext cx="2715768" cy="384048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46704" y="387705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On real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91456" y="387705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F6FDE"/>
                </a:solidFill>
                <a:latin typeface="Arial"/>
              </a:rPr>
              <a:t>{{live}}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4343400"/>
            <a:ext cx="2715768" cy="2240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437083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What is in the prototype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4617720"/>
            <a:ext cx="2715768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{{scope: screens and scenario steps; what is only drawn}}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1691640"/>
            <a:ext cx="2715768" cy="14173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171907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Participants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1965960"/>
            <a:ext cx="2715768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{{participants: who, how many, how selected}}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3200400"/>
            <a:ext cx="2715768" cy="17373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322783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Tasks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3474720"/>
            <a:ext cx="2715768" cy="14630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{{tasks: what we ask them to do, without hints}}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63056" y="5029200"/>
            <a:ext cx="2715768" cy="155447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505663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What we observe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5303520"/>
            <a:ext cx="2715768" cy="12801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{{observe: where they get stuck and what they expected}}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1691640"/>
            <a:ext cx="2715768" cy="21031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52559" y="171907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What we found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15984" y="1965960"/>
            <a:ext cx="2715768" cy="18287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{{findings: facts and figures: successes, mistakes}}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15984" y="3886200"/>
            <a:ext cx="2715768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2559" y="392277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E8B57"/>
                </a:solidFill>
                <a:latin typeface="Arial"/>
              </a:rPr>
              <a:t>Go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97312" y="392277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E8B57"/>
                </a:solidFill>
                <a:latin typeface="Arial"/>
              </a:rPr>
              <a:t>{{go}}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15984" y="4343400"/>
            <a:ext cx="2715768" cy="384048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59" y="437997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Iterate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97312" y="437997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Arial"/>
              </a:rPr>
              <a:t>{{iterate}}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15984" y="4800600"/>
            <a:ext cx="2715768" cy="384048"/>
          </a:xfrm>
          <a:prstGeom prst="rect">
            <a:avLst/>
          </a:prstGeom>
          <a:solidFill>
            <a:srgbClr val="FBEAEA"/>
          </a:solidFill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59" y="4837176"/>
            <a:ext cx="143560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C63D3D"/>
                </a:solidFill>
                <a:latin typeface="Arial"/>
              </a:rPr>
              <a:t>Drop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97312" y="4837176"/>
            <a:ext cx="118872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C63D3D"/>
                </a:solidFill>
                <a:latin typeface="Arial"/>
              </a:rPr>
              <a:t>{{drop}}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15984" y="5303520"/>
            <a:ext cx="2715768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52559" y="5330952"/>
            <a:ext cx="264261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What we change and what next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15984" y="5577840"/>
            <a:ext cx="2715768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{{next: changes to the solution and the next test}}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