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HADI CANVAS · HYPOTHESIS TESTING 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whose product, which problem, cycle dates}}</a:t>
            </a:r>
          </a:p>
        </p:txBody>
      </p:sp>
      <p:sp>
        <p:nvSpPr>
          <p:cNvPr id="4" name="Pentagon 3"/>
          <p:cNvSpPr/>
          <p:nvPr/>
        </p:nvSpPr>
        <p:spPr>
          <a:xfrm>
            <a:off x="457200" y="1188720"/>
            <a:ext cx="2807208" cy="411480"/>
          </a:xfrm>
          <a:prstGeom prst="homePlate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2715768" cy="20116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{{problem: the problem and its measured size}}</a:t>
            </a:r>
          </a:p>
        </p:txBody>
      </p:sp>
      <p:sp>
        <p:nvSpPr>
          <p:cNvPr id="6" name="Chevron 5"/>
          <p:cNvSpPr/>
          <p:nvPr/>
        </p:nvSpPr>
        <p:spPr>
          <a:xfrm>
            <a:off x="3310128" y="1188720"/>
            <a:ext cx="2807208" cy="411480"/>
          </a:xfrm>
          <a:prstGeom prst="chevron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691640"/>
            <a:ext cx="2715768" cy="20116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{{hypothesis: hypothesis: change, effect and reason}}</a:t>
            </a:r>
          </a:p>
        </p:txBody>
      </p:sp>
      <p:sp>
        <p:nvSpPr>
          <p:cNvPr id="8" name="Chevron 7"/>
          <p:cNvSpPr/>
          <p:nvPr/>
        </p:nvSpPr>
        <p:spPr>
          <a:xfrm>
            <a:off x="6163056" y="1188720"/>
            <a:ext cx="2807208" cy="411480"/>
          </a:xfrm>
          <a:prstGeom prst="chevron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Action · experiment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691640"/>
            <a:ext cx="2715768" cy="20116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{{experiment: what is tested, where and for how long}}</a:t>
            </a:r>
          </a:p>
        </p:txBody>
      </p:sp>
      <p:sp>
        <p:nvSpPr>
          <p:cNvPr id="10" name="Chevron 9"/>
          <p:cNvSpPr/>
          <p:nvPr/>
        </p:nvSpPr>
        <p:spPr>
          <a:xfrm>
            <a:off x="9015984" y="1188720"/>
            <a:ext cx="2715768" cy="411480"/>
          </a:xfrm>
          <a:prstGeom prst="chevron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Metrics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15984" y="1691640"/>
            <a:ext cx="2715768" cy="20116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{{metrics: success and failure thresholds}}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943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Data · by period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206240"/>
          <a:ext cx="5943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371600"/>
                <a:gridCol w="137160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{{period1: period 1}}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{{period2: period 2}}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{{period3: period 3}}</a:t>
                      </a:r>
                    </a:p>
                  </a:txBody>
                  <a:tcPr anchor="ctr">
                    <a:solidFill>
                      <a:srgbClr val="262B3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{{metric1: metric 1}}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{{m1_p1: value}}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{{m1_p2: value}}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{{m1_p3: value}}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{{metric2: metric 2}}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{{m2_p1: value}}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{{m2_p2: value}}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{{m2_p3: value}}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62B33"/>
                          </a:solidFill>
                          <a:latin typeface="Arial"/>
                        </a:rPr>
                        <a:t>{{metric3: metric 3}}</a:t>
                      </a:r>
                    </a:p>
                  </a:txBody>
                  <a:tcPr anchor="ctr">
                    <a:solidFill>
                      <a:srgbClr val="E8F0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{{m3_p1: value}}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{{m3_p2: value}}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62B33"/>
                          </a:solidFill>
                          <a:latin typeface="Arial"/>
                        </a:rPr>
                        <a:t>{{m3_p3: value}}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583680" y="3840480"/>
            <a:ext cx="25146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Insights · interim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206240"/>
            <a:ext cx="2514600" cy="23774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{{subresults: interim findings from the test}}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3840480"/>
            <a:ext cx="2496312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Outcome and decision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4206240"/>
            <a:ext cx="2496312" cy="237744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{{results: outcome and the decision taken}}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