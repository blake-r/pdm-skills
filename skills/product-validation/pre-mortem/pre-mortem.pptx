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PRE-MORTEM · PROSPECTIVE HINDSIGHT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project, plan under review, date of the session}}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Imagined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188720"/>
            <a:ext cx="9171432" cy="45720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{{scenario: the failure the team is told to assume has happened}}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74552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937760"/>
                <a:gridCol w="587959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Reasons it failed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Change to the plan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{{r1: reason for the failure}}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{{a1: change to the plan against it}}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{{r2: reason for the failure}}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{{a2: change to the plan against it}}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{{r3: reason for the failure}}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{{a3: change to the plan against it}}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{{r4: reason for the failure}}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{{a4: change to the plan against it}}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{{r5: reason for the failure}}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{{a5: change to the plan against it}}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{{r6: reason for the failure}}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{{a6: change to the plan against it}}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532120"/>
            <a:ext cx="20116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5532120"/>
            <a:ext cx="9171432" cy="9144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decision on the plan after the session}}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