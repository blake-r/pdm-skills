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SOFT LAUNCH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idea, districts and launch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value, business model or both}}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Packaging: what differs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365760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{{packaging: what differs in the offer}}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Audience and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7"/>
            <a:ext cx="365760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{{audience: audience and market}}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Term and conditions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7"/>
            <a:ext cx="365760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{{term: dates and conditions}}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Criteria and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10127"/>
            <a:ext cx="365760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{{criteria: criteria and threshold}}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5676" y="301752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Result: figures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3310127"/>
            <a:ext cx="365760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{{numbers: measured figures}}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301752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Result: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3310127"/>
            <a:ext cx="365760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{{feedback: customer quotes and feedback}}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1274552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65776"/>
            <a:ext cx="11274552" cy="12801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scale, shut down or repeat, and on what basis}}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