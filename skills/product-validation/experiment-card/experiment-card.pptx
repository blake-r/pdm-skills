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EXPERIMENT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what we are testing,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532120" cy="10058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" y="1216152"/>
            <a:ext cx="54589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1 Our question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321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{{question: the question the test answers}}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53212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" y="2313432"/>
            <a:ext cx="54589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2 Our hypothesis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553212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{{hypothesis: the hypothesis we test}}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53212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" y="3502151"/>
            <a:ext cx="54589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3 We are right 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553212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{{right_if: the result that confirms the hypothesis}}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2720340" cy="1920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" y="4690872"/>
            <a:ext cx="264718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4 People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59"/>
            <a:ext cx="272034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{{people: who is in the test and sample size}}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8980" y="4663440"/>
            <a:ext cx="2720340" cy="1920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5556" y="4690872"/>
            <a:ext cx="264718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Materials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8980" y="4937759"/>
            <a:ext cx="272034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{{materials: what we need: assets, budget, tools}}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188720"/>
            <a:ext cx="5532120" cy="1783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216152"/>
            <a:ext cx="54589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5 Our procedure 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463040"/>
            <a:ext cx="5532120" cy="1508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{{procedure: test design: split, duration, checks}}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3063239"/>
            <a:ext cx="5532120" cy="1783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090671"/>
            <a:ext cx="54589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6 Our observations were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3337559"/>
            <a:ext cx="5532120" cy="1508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{{observations: what we measured, with figures}}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4937759"/>
            <a:ext cx="5532120" cy="9601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965192"/>
            <a:ext cx="54589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7 Our hypothesis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5212079"/>
            <a:ext cx="553212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{{conclusion: the conclusion and the next step}}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5989320"/>
            <a:ext cx="178308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6208" y="6007607"/>
            <a:ext cx="1709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E8B57"/>
                </a:solidFill>
                <a:latin typeface="Arial"/>
              </a:rPr>
              <a:t>Validated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6245352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2E8B57"/>
                </a:solidFill>
                <a:latin typeface="Arial"/>
              </a:rPr>
              <a:t>{{validated: ✓}}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5989320"/>
            <a:ext cx="1783080" cy="594360"/>
          </a:xfrm>
          <a:prstGeom prst="rect">
            <a:avLst/>
          </a:prstGeom>
          <a:solidFill>
            <a:srgbClr val="FBEAEA"/>
          </a:solidFill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7" y="6007607"/>
            <a:ext cx="1709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C63D3D"/>
                </a:solidFill>
                <a:latin typeface="Arial"/>
              </a:rPr>
              <a:t>Invalidated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74152" y="6245352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C63D3D"/>
                </a:solidFill>
                <a:latin typeface="Arial"/>
              </a:rPr>
              <a:t>{{invalidated: ✓}}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48672" y="5989320"/>
            <a:ext cx="1783080" cy="59436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85247" y="6007607"/>
            <a:ext cx="1709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Uncertain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48672" y="6245352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6B7280"/>
                </a:solidFill>
                <a:latin typeface="Arial"/>
              </a:rPr>
              <a:t>{{uncertain: ✓}}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