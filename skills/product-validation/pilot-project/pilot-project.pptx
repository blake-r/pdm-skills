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PILOT PROJECT / SAMPLE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idea, participants and test dates}}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50292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Hypothesis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097280"/>
            <a:ext cx="9445752" cy="50292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{{hypothesis: group, benefit and trial solution}}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65760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Trial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29967"/>
            <a:ext cx="3657600" cy="91440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{{trial: trial solution and its main feature}}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4265676" y="1737360"/>
            <a:ext cx="365760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Participants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5676" y="2029967"/>
            <a:ext cx="3657600" cy="91440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{{people: participants: who and how chosen}}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74152" y="1737360"/>
            <a:ext cx="365760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Term and conditions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74152" y="2029967"/>
            <a:ext cx="3657600" cy="91440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{{term: dates and conditions for participants}}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3657600" cy="29260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Criteria and threshold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10127"/>
            <a:ext cx="3657600" cy="10972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{{criteria: criteria, threshold and who decides}}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65676" y="3017520"/>
            <a:ext cx="3657600" cy="29260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Result: figures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5676" y="3310127"/>
            <a:ext cx="3657600" cy="10972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{{numbers: measured figures}}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4152" y="3017520"/>
            <a:ext cx="3657600" cy="29260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Result: feedback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74152" y="3310127"/>
            <a:ext cx="3657600" cy="10972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{{feedback: participant quotes and requests}}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54880"/>
            <a:ext cx="11274552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65776"/>
            <a:ext cx="11274552" cy="1280160"/>
          </a:xfrm>
          <a:prstGeom prst="rect">
            <a:avLst/>
          </a:prstGeom>
          <a:solidFill>
            <a:srgbClr val="E8F5E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{{decision: scale, rework or stop, and on what basis}}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