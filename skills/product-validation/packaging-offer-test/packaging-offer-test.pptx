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AD / BROCHURE / PACKAGING · OFFER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idea, audience and test dates}}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50292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Hypothesis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097280"/>
            <a:ext cx="9445752" cy="50292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{{hypothesis: audience, need and expected reaction}}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Audience and channel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9968"/>
            <a:ext cx="3657600" cy="71323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{{audience: audience and channel}}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5676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Packaging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5676" y="2029968"/>
            <a:ext cx="3657600" cy="71323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{{pack: packaging contents}}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74152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Non-binding 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4152" y="2029968"/>
            <a:ext cx="3657600" cy="71323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{{action: action we ask for}}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1127455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Offer variants and reaction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63240"/>
            <a:ext cx="5788152" cy="292608"/>
          </a:xfrm>
          <a:prstGeom prst="rect">
            <a:avLst/>
          </a:prstGeom>
          <a:solidFill>
            <a:srgbClr val="2F6F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Offer (wording on the packaging)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3063240"/>
            <a:ext cx="1828800" cy="292608"/>
          </a:xfrm>
          <a:prstGeom prst="rect">
            <a:avLst/>
          </a:prstGeom>
          <a:solidFill>
            <a:srgbClr val="2F6F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Shown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3063240"/>
            <a:ext cx="1828800" cy="292608"/>
          </a:xfrm>
          <a:prstGeom prst="rect">
            <a:avLst/>
          </a:prstGeom>
          <a:solidFill>
            <a:srgbClr val="2F6F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Showed interest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2952" y="3063240"/>
            <a:ext cx="1828800" cy="292608"/>
          </a:xfrm>
          <a:prstGeom prst="rect">
            <a:avLst/>
          </a:prstGeom>
          <a:solidFill>
            <a:srgbClr val="2F6F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Conversion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55848"/>
            <a:ext cx="5788152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{{o1: offer text, variant}}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335584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{{v1: views, count}}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335584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{{a1: responses, count}}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2952" y="335584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{{r1: share, %}}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21608"/>
            <a:ext cx="5788152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{{o2: offer text, variant}}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372160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{{v2: views, count}}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372160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{{a2: responses, count}}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2952" y="372160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{{r2: share, %}}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87368"/>
            <a:ext cx="5788152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{{o3: offer text, variant}}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408736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{{v3: views, count}}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74152" y="408736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{{a3: responses, count}}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02952" y="408736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{{r3: share, %}}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453128"/>
            <a:ext cx="5788152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{{o4: offer text, variant}}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5352" y="445312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{{v4: views, count}}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445312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{{a4: responses, count}}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02952" y="445312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{{r4: share, %}}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37760"/>
            <a:ext cx="3657600" cy="310896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Threshold and volume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248656"/>
            <a:ext cx="3657600" cy="13716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{{threshold: threshold and views needed}}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5676" y="4937760"/>
            <a:ext cx="3657600" cy="310896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What the reaction showed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5676" y="5248656"/>
            <a:ext cx="3657600" cy="13716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{{result: figures by variant and audience}}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74152" y="4937760"/>
            <a:ext cx="3657600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74152" y="5248656"/>
            <a:ext cx="3657600" cy="137160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next step and the variant kept}}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