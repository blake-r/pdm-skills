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VALIDATION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who is testing,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Hypothesis pivots · track pivots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1929384"/>
                <a:gridCol w="1929384"/>
                <a:gridCol w="1929384"/>
                <a:gridCol w="1929384"/>
                <a:gridCol w="192938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Start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Pivot 1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Pivot 2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Pivot 3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Pivot 4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{{customer_0: customer segment}}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{{customer_1: customer segment}}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{{customer_2: customer segment}}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{{customer_3: customer segment}}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{{customer_4: customer segment}}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{{problem_0: problem to solve}}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{{problem_1: problem to solve}}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{{problem_2: problem to solve}}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{{problem_3: problem to solve}}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{{problem_4: problem to solve}}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Solution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{{solution_0: solution tried}}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{{solution_1: solution tried}}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{{solution_2: solution tried}}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{{solution_3: solution tried}}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{{solution_4: solution tried}}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794760"/>
            <a:ext cx="54864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Experiment · design 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2514600" cy="242315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" y="41879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Core assumptions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2514600" cy="21488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{{assumptions: what must be true for the hypothesis}}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4160520"/>
            <a:ext cx="3108960" cy="777239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9816" y="4187952"/>
            <a:ext cx="303580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Riskiest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4434840"/>
            <a:ext cx="3108960" cy="5029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{{riskiest: the assumption to test first}}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4983480"/>
            <a:ext cx="3108960" cy="77723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9816" y="5010912"/>
            <a:ext cx="303580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5257800"/>
            <a:ext cx="3108960" cy="5029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{{method: test method used}}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5806440"/>
            <a:ext cx="3108960" cy="77723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99816" y="5833872"/>
            <a:ext cx="303580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Minimum success criterion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6080760"/>
            <a:ext cx="3108960" cy="5029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{{criterion: success number set in advance}}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63640" y="4846320"/>
            <a:ext cx="1417320" cy="1051560"/>
          </a:xfrm>
          <a:prstGeom prst="right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262B33"/>
                </a:solidFill>
                <a:latin typeface="Arial"/>
              </a:rPr>
              <a:t>Get out of the building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160520"/>
            <a:ext cx="3959352" cy="14173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8975" y="4187952"/>
            <a:ext cx="3886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434840"/>
            <a:ext cx="3959352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{{results: people reached and what they said and did}}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5669280"/>
            <a:ext cx="1933956" cy="914399"/>
          </a:xfrm>
          <a:prstGeom prst="rect">
            <a:avLst/>
          </a:prstGeom>
          <a:solidFill>
            <a:srgbClr val="FBEAEA"/>
          </a:solidFill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08975" y="5696712"/>
            <a:ext cx="186080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C63D3D"/>
                </a:solidFill>
                <a:latin typeface="Arial"/>
              </a:rPr>
              <a:t>Invalidated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5943600"/>
            <a:ext cx="1933956" cy="64007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{{invalidated: outcome and what we change}}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97796" y="5669280"/>
            <a:ext cx="1933956" cy="914399"/>
          </a:xfrm>
          <a:prstGeom prst="rect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34372" y="5696712"/>
            <a:ext cx="186080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E8B57"/>
                </a:solidFill>
                <a:latin typeface="Arial"/>
              </a:rPr>
              <a:t>Validated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97796" y="5943600"/>
            <a:ext cx="1933956" cy="64007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{{validated: outcome and the next step}}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