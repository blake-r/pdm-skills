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FEEDBACK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period and feedback channels}}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188720"/>
            <a:ext cx="36118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200" b="1">
                <a:solidFill>
                  <a:srgbClr val="6B7280"/>
                </a:solidFill>
                <a:latin typeface="Arial"/>
              </a:rPr>
              <a:t>Needs fixing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188720"/>
            <a:ext cx="36118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200" b="1">
                <a:solidFill>
                  <a:srgbClr val="6B7280"/>
                </a:solidFill>
                <a:latin typeface="Arial"/>
              </a:rPr>
              <a:t>Does not need fixing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41148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vert="vert270" wrap="square" tIns="54864" bIns="54864"/>
          <a:lstStyle/>
          <a:p>
            <a:pPr algn="ctr"/>
            <a:r>
              <a:rPr sz="1200" b="1">
                <a:solidFill>
                  <a:srgbClr val="6B7280"/>
                </a:solidFill>
                <a:latin typeface="Arial"/>
              </a:rPr>
              <a:t>Positive 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114800"/>
            <a:ext cx="41148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vert="vert270" wrap="square" tIns="54864" bIns="54864"/>
          <a:lstStyle/>
          <a:p>
            <a:pPr algn="ctr"/>
            <a:r>
              <a:rPr sz="1200" b="1">
                <a:solidFill>
                  <a:srgbClr val="6B7280"/>
                </a:solidFill>
                <a:latin typeface="Arial"/>
              </a:rPr>
              <a:t>Negative tone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3611880" cy="246888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8407" y="1627632"/>
            <a:ext cx="3392424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Advice · take into improvements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7" y="1965960"/>
            <a:ext cx="3392424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{{advice: topic, gist and number of customers}}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3611880" cy="2468880"/>
          </a:xfrm>
          <a:prstGeom prst="rect">
            <a:avLst/>
          </a:prstGeom>
          <a:noFill/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1728" y="1627632"/>
            <a:ext cx="3392424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Compliment · keep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1728" y="1965960"/>
            <a:ext cx="3392424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{{compliment: topic, gist and number of customers}}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114800"/>
            <a:ext cx="3611880" cy="2468880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8407" y="4187952"/>
            <a:ext cx="3392424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Critique · fix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7" y="4526280"/>
            <a:ext cx="3392424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{{critique: topic, gist and number of customers}}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114800"/>
            <a:ext cx="3611880" cy="2468880"/>
          </a:xfrm>
          <a:prstGeom prst="rect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4187952"/>
            <a:ext cx="3392424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6B7280"/>
                </a:solidFill>
                <a:latin typeface="Arial"/>
              </a:rPr>
              <a:t>Suggestion · accumulate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1728" y="4526280"/>
            <a:ext cx="3392424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{{suggestion: topic, gist and number of customers}}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1887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Feedback and criterion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1508760"/>
            <a:ext cx="3291840" cy="1463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{{scope: period, channels and the fix criterion}}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310896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3429000"/>
            <a:ext cx="3291840" cy="3063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fix, accumulate and how we reply}}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