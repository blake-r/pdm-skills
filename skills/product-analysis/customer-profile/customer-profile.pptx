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CUSTOMER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 and the segment the profile is for}}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794760" cy="2606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36118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About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74320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B33"/>
                </a:solidFill>
                <a:latin typeface="Arial"/>
              </a:rPr>
              <a:t>{{about: who they are, age, role, spending, habits}}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188720"/>
            <a:ext cx="3794760" cy="2606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243584"/>
            <a:ext cx="36118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200" b="1">
                <a:solidFill>
                  <a:srgbClr val="2F6FDE"/>
                </a:solidFill>
                <a:latin typeface="Arial"/>
              </a:rPr>
              <a:t>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600200"/>
            <a:ext cx="274320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B33"/>
                </a:solidFill>
                <a:latin typeface="Arial"/>
              </a:rPr>
              <a:t>{{context: how, where and with what they use it}}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3794760" cy="2606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117336"/>
            <a:ext cx="36118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77639"/>
            <a:ext cx="274320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B33"/>
                </a:solidFill>
                <a:latin typeface="Arial"/>
              </a:rPr>
              <a:t>{{value: what matters and how they judge success}}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886200"/>
            <a:ext cx="3794760" cy="2606040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6117336"/>
            <a:ext cx="36118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200" b="1">
                <a:solidFill>
                  <a:srgbClr val="C63D3D"/>
                </a:solidFill>
                <a:latin typeface="Arial"/>
              </a:rPr>
              <a:t>Problems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3977639"/>
            <a:ext cx="274320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B33"/>
                </a:solidFill>
                <a:latin typeface="Arial"/>
              </a:rPr>
              <a:t>{{problems: obstacles and losses for the customer}}</a:t>
            </a:r>
          </a:p>
        </p:txBody>
      </p:sp>
      <p:sp>
        <p:nvSpPr>
          <p:cNvPr id="16" name="Oval 15"/>
          <p:cNvSpPr/>
          <p:nvPr/>
        </p:nvSpPr>
        <p:spPr>
          <a:xfrm>
            <a:off x="3337560" y="2880360"/>
            <a:ext cx="1920240" cy="1920240"/>
          </a:xfrm>
          <a:prstGeom prst="ellipse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62B33"/>
                </a:solidFill>
                <a:latin typeface="Arial"/>
              </a:rPr>
              <a:t>{{persona: persona name, one phrase about them}}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18872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1508760"/>
            <a:ext cx="329184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B33"/>
                </a:solidFill>
                <a:latin typeface="Arial"/>
              </a:rPr>
              <a:t>{{sources: sources, sample size and date}}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338328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Takeaway for the 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3703320"/>
            <a:ext cx="3291840" cy="27432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B33"/>
                </a:solidFill>
                <a:latin typeface="Arial"/>
              </a:rPr>
              <a:t>{{implications: problems we solve and what to check}}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