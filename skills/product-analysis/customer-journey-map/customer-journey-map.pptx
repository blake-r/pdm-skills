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CUSTOMER JOURNEY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customer type and scenario}}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{{actor: customer type and their goal}}</a:t>
            </a:r>
          </a:p>
        </p:txBody>
      </p:sp>
      <p:sp>
        <p:nvSpPr>
          <p:cNvPr id="5" name="Pentagon 4"/>
          <p:cNvSpPr/>
          <p:nvPr/>
        </p:nvSpPr>
        <p:spPr>
          <a:xfrm>
            <a:off x="1828800" y="1188720"/>
            <a:ext cx="1554480" cy="548640"/>
          </a:xfrm>
          <a:prstGeom prst="homePlate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{{stage1: customer action at this stage}}</a:t>
            </a:r>
          </a:p>
        </p:txBody>
      </p:sp>
      <p:sp>
        <p:nvSpPr>
          <p:cNvPr id="6" name="Chevron 5"/>
          <p:cNvSpPr/>
          <p:nvPr/>
        </p:nvSpPr>
        <p:spPr>
          <a:xfrm>
            <a:off x="3429000" y="1188720"/>
            <a:ext cx="1554480" cy="548640"/>
          </a:xfrm>
          <a:prstGeom prst="chevron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{{stage2: customer action at this stage}}</a:t>
            </a:r>
          </a:p>
        </p:txBody>
      </p:sp>
      <p:sp>
        <p:nvSpPr>
          <p:cNvPr id="7" name="Chevron 6"/>
          <p:cNvSpPr/>
          <p:nvPr/>
        </p:nvSpPr>
        <p:spPr>
          <a:xfrm>
            <a:off x="5029200" y="1188720"/>
            <a:ext cx="1554480" cy="548640"/>
          </a:xfrm>
          <a:prstGeom prst="chevron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{{stage3: customer action at this stage}}</a:t>
            </a:r>
          </a:p>
        </p:txBody>
      </p:sp>
      <p:sp>
        <p:nvSpPr>
          <p:cNvPr id="8" name="Chevron 7"/>
          <p:cNvSpPr/>
          <p:nvPr/>
        </p:nvSpPr>
        <p:spPr>
          <a:xfrm>
            <a:off x="6629400" y="1188720"/>
            <a:ext cx="1554480" cy="548640"/>
          </a:xfrm>
          <a:prstGeom prst="chevron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{{stage4: customer action at this stage}}</a:t>
            </a:r>
          </a:p>
        </p:txBody>
      </p:sp>
      <p:sp>
        <p:nvSpPr>
          <p:cNvPr id="9" name="Chevron 8"/>
          <p:cNvSpPr/>
          <p:nvPr/>
        </p:nvSpPr>
        <p:spPr>
          <a:xfrm>
            <a:off x="8229600" y="1188720"/>
            <a:ext cx="1554480" cy="548640"/>
          </a:xfrm>
          <a:prstGeom prst="chevron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{{stage5: customer action at this stage}}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325880" cy="11247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Goals and expectations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828800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{{goals1: what they want and expect}}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{{goals2: what they want and expect}}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828800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{{goals3: what they want and expect}}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828800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{{goals4: what they want and expect}}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{{goals5: what they want and expect}}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9232"/>
            <a:ext cx="1325880" cy="11247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Touchpoints and 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999232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{{touch1: where they meet the company, what they do}}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999232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{{touch2: where they meet the company, what they do}}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999232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{{touch3: where they meet the company, what they do}}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999232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{{touch4: where they meet the company, what they do}}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999232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{{touch5: where they meet the company, what they do}}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9664"/>
            <a:ext cx="1325880" cy="11247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C63D3D"/>
                </a:solidFill>
                <a:latin typeface="Arial"/>
              </a:rPr>
              <a:t>Experience and problems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69664"/>
            <a:ext cx="1554480" cy="1124712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{{exp1: what they feel, where it is hard; source}}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4169664"/>
            <a:ext cx="1554480" cy="1124712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{{exp2: what they feel, where it is hard; source}}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169664"/>
            <a:ext cx="1554480" cy="1124712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{{exp3: what they feel, where it is hard; source}}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4169664"/>
            <a:ext cx="1554480" cy="1124712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{{exp4: what they feel, where it is hard; source}}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69664"/>
            <a:ext cx="1554480" cy="1124712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{{exp5: what they feel, where it is hard; source}}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0096"/>
            <a:ext cx="1325880" cy="11247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E8B57"/>
                </a:solidFill>
                <a:latin typeface="Arial"/>
              </a:rPr>
              <a:t>Insights and opportunities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340096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{{ins1: what follows and what to improve}}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5340096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{{ins2: what follows and what to improve}}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5340096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{{ins3: what follows and what to improve}}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5340096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{{ins4: what follows and what to improve}}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340096"/>
            <a:ext cx="1554480" cy="11247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{{ins5: what follows and what to improve}}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1188720"/>
            <a:ext cx="1783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1828800"/>
            <a:ext cx="1783080" cy="463600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bottleneck, test, metric and check 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