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AARRR METRICS · PIRATE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period and funnel question}}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188720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6B7280"/>
                </a:solidFill>
                <a:latin typeface="Arial"/>
              </a:rPr>
              <a:t>Metric and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97880" y="1188720"/>
            <a:ext cx="23774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6B7280"/>
                </a:solidFill>
                <a:latin typeface="Arial"/>
              </a:rPr>
              <a:t>Compared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920240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2F6FDE"/>
                </a:solidFill>
                <a:latin typeface="Arial"/>
              </a:rPr>
              <a:t>Acquisition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508760"/>
            <a:ext cx="32918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{{acquisition: metric and value of the stage}}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508760"/>
            <a:ext cx="23774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{{acquisition_compare: target, previous period or benchmark}}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96312"/>
            <a:ext cx="1700784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2F6FDE"/>
                </a:solidFill>
                <a:latin typeface="Arial"/>
              </a:rPr>
              <a:t>Activation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496312"/>
            <a:ext cx="32918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{{activation: metric and value of the stage}}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2496312"/>
            <a:ext cx="23774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{{activation_compare: target, previous period or benchmark}}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3483864"/>
            <a:ext cx="1481328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2F6FDE"/>
                </a:solidFill>
                <a:latin typeface="Arial"/>
              </a:rPr>
              <a:t>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483864"/>
            <a:ext cx="32918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{{retention: metric and value of the stage}}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3483864"/>
            <a:ext cx="23774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{{retention_compare: target, previous period or benchmark}}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4471416"/>
            <a:ext cx="1261872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2F6FDE"/>
                </a:solidFill>
                <a:latin typeface="Arial"/>
              </a:rPr>
              <a:t>Referral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4471416"/>
            <a:ext cx="32918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{{referral: metric and value of the stage}}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4471416"/>
            <a:ext cx="23774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{{referral_compare: target, previous period or benchmark}}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458968"/>
            <a:ext cx="1042416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2F6FDE"/>
                </a:solidFill>
                <a:latin typeface="Arial"/>
              </a:rPr>
              <a:t>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5458968"/>
            <a:ext cx="32918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{{revenue: metric and value of the stage}}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5458968"/>
            <a:ext cx="23774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{{revenue_compare: target, previous period or benchmark}}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Bottleneck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508760"/>
            <a:ext cx="3291840" cy="178307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{{bottleneck: stage losing most users, and why}}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338328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3703320"/>
            <a:ext cx="3291840" cy="27889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change, metric to verify it, date}}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