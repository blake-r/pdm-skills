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BUYER PERSONA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company or product, buyer segment, interview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32120" cy="758952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1152144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Persona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426464"/>
            <a:ext cx="54223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{{persona: role and number of interviews}}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143000"/>
            <a:ext cx="5532120" cy="7589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54496" y="1152144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Buyer's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426464"/>
            <a:ext cx="542239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{{quote: verbatim quote that shows the decision}}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93392"/>
            <a:ext cx="5532120" cy="84124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011680"/>
            <a:ext cx="542239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Company goals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2286000"/>
            <a:ext cx="5422392" cy="5212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{{goals: result the organization needs}}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993392"/>
            <a:ext cx="5532120" cy="84124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2011680"/>
            <a:ext cx="542239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Personal motivation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286000"/>
            <a:ext cx="5422392" cy="5212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{{personal: what the choice gives the buyer personally}}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07792"/>
            <a:ext cx="5532120" cy="84124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" y="2926080"/>
            <a:ext cx="542239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Management motivation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3200400"/>
            <a:ext cx="5422392" cy="5212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{{management: what matters to whoever signs or approves}}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907792"/>
            <a:ext cx="5532120" cy="841248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2926080"/>
            <a:ext cx="542239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Decision criteria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3200400"/>
            <a:ext cx="5422392" cy="5212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{{criteria: main criteria and their meaning}}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22191"/>
            <a:ext cx="5532120" cy="841248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" y="3840479"/>
            <a:ext cx="542239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Barriers to purchase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" y="4114800"/>
            <a:ext cx="5422392" cy="5212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{{barriers: fears and objections that stop buying}}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3822191"/>
            <a:ext cx="5532120" cy="84124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4496" y="3840479"/>
            <a:ext cx="542239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Approval process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4496" y="4114800"/>
            <a:ext cx="5422392" cy="5212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{{approval: approval steps and who takes part}}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36592"/>
            <a:ext cx="5532120" cy="84124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064" y="4754879"/>
            <a:ext cx="542239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Budget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" y="5029200"/>
            <a:ext cx="5422392" cy="5212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{{budget: which budget pays and who owns it}}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4736592"/>
            <a:ext cx="5532120" cy="84124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54496" y="4754879"/>
            <a:ext cx="542239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Alternatives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54496" y="5029200"/>
            <a:ext cx="5422392" cy="5212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{{alternatives: what they buy instead, and why}}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650992"/>
            <a:ext cx="11274552" cy="932688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2064" y="5669279"/>
            <a:ext cx="11155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Decision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" y="5943600"/>
            <a:ext cx="11164824" cy="6126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messages first, barriers to remove, review date}}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