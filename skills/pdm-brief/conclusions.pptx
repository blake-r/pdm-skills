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the answer in one line}}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11430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2F6FDE"/>
                </a:solidFill>
                <a:latin typeface="Arial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1188720"/>
            <a:ext cx="8577072" cy="11430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{{decision: what to do, by whom, by when}}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2560320" cy="14173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2468880"/>
            <a:ext cx="8577072" cy="14173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{{why: the two or three facts that decide it, with tier and date}}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560320" cy="13258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Risks and assumptions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4023360"/>
            <a:ext cx="8577072" cy="13258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{{risks: the weakest assumptions and how to check them}}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2560320" cy="10515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Open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5486400"/>
            <a:ext cx="8577072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{{open_questions: what must be settled before the next step, and who settles it}}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