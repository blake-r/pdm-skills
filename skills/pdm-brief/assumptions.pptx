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what was taken as given without the PM's answer}}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11880" cy="54864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Not answered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Question the PM did not settle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11880" cy="3931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{{questions: each open question, one per line}}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4820" y="1188720"/>
            <a:ext cx="3611880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Assumed instead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What the deck takes as true until checked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4820" y="1737360"/>
            <a:ext cx="3611880" cy="39319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{{assumptions: the assumption behind each question, same order}}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188720"/>
            <a:ext cx="3611880" cy="5486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Who confirms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Owner and the moment it must be settled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737360"/>
            <a:ext cx="3611880" cy="39319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{{confirm: owner and by when, same order}}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06440"/>
            <a:ext cx="112745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Each assumption stays in the deck until its owner confirms or rejects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