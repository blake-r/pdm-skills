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SOURCES AND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what the deck rests on}}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611880" cy="54864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Official</a:t>
            </a:r>
          </a:p>
          <a:p>
            <a:r>
              <a:rPr sz="1000">
                <a:solidFill>
                  <a:srgbClr val="FFFFFF"/>
                </a:solidFill>
                <a:latin typeface="Arial"/>
              </a:rPr>
              <a:t>Regulator or government; with edition and 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611880" cy="292608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{{sources_official: act or page, edition date, date read, what it confirms}}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4820" y="1188720"/>
            <a:ext cx="3611880" cy="54864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Corporate</a:t>
            </a:r>
          </a:p>
          <a:p>
            <a:r>
              <a:rPr sz="1000">
                <a:solidFill>
                  <a:srgbClr val="FFFFFF"/>
                </a:solidFill>
                <a:latin typeface="Arial"/>
              </a:rPr>
              <a:t>Company's own site; facts about that company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4820" y="1737360"/>
            <a:ext cx="3611880" cy="2926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{{sources_corporate: page, date read, what it confirms}}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188720"/>
            <a:ext cx="3611880" cy="5486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Other</a:t>
            </a:r>
          </a:p>
          <a:p>
            <a:r>
              <a:rPr sz="1000">
                <a:solidFill>
                  <a:srgbClr val="FFFFFF"/>
                </a:solidFill>
                <a:latin typeface="Arial"/>
              </a:rPr>
              <a:t>News, blogs, aggregators; leads, not confirmation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737360"/>
            <a:ext cx="3611880" cy="2926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{{sources_other: outlet, date, what it says, not confirmed}}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Data used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166360"/>
            <a:ext cx="5486400" cy="1325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{{data_used: local files and data with dates; the ticket or brief as a source}}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846320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C63D3D"/>
                </a:solidFill>
                <a:latin typeface="Arial"/>
              </a:rPr>
              <a:t>Not confirmed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5166360"/>
            <a:ext cx="5486400" cy="1325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{{not_confirmed: facts without an official source, and why}}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