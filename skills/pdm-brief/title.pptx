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DECK ·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1124712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3400" b="1">
                <a:solidFill>
                  <a:srgbClr val="262B33"/>
                </a:solidFill>
                <a:latin typeface="Arial"/>
              </a:rPr>
              <a:t>{{title: the task in one line}}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11880"/>
            <a:ext cx="2194560" cy="54864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600" b="0">
                <a:solidFill>
                  <a:srgbClr val="262B33"/>
                </a:solidFill>
                <a:latin typeface="Arial"/>
              </a:rPr>
              <a:t>{{subtitle: audience and the decision the deck prepares}}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6B7280"/>
                </a:solidFill>
                <a:latin typeface="Arial"/>
              </a:rPr>
              <a:t>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5486400" cy="4114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{{date: date of the deck}}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