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USP FORMULA AIDA(s) · ATTENTION → INTEREST → DESIRE → ACTION → SATISFACTION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who it is for and where the text appears}}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2103120" cy="45720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2103120" cy="146304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{{attention: what catches attention}}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50058" y="1143000"/>
            <a:ext cx="2103120" cy="45720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Interest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50058" y="1600200"/>
            <a:ext cx="2103120" cy="146304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{{interest: what raises interest}}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2916" y="1143000"/>
            <a:ext cx="2103120" cy="45720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Desire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42916" y="1600200"/>
            <a:ext cx="2103120" cy="146304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{{desire: what makes them want it}}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5773" y="1143000"/>
            <a:ext cx="2103120" cy="45720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35773" y="1600200"/>
            <a:ext cx="2103120" cy="146304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{{action: what the customer does next}}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28632" y="1143000"/>
            <a:ext cx="2103120" cy="45720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Satisfaction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28632" y="1600200"/>
            <a:ext cx="2103120" cy="146304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{{satisfaction: what the customer gets after}}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1127455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The full offer 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20440"/>
            <a:ext cx="11274552" cy="822960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400" b="1">
                <a:solidFill>
                  <a:srgbClr val="262B33"/>
                </a:solidFill>
                <a:latin typeface="Arial"/>
              </a:rPr>
              <a:t>{{offer: offer text, in block order}}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26280"/>
            <a:ext cx="5550408" cy="365760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is missing or unconfirmed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92040"/>
            <a:ext cx="5550408" cy="914400"/>
          </a:xfrm>
          <a:prstGeom prst="rect">
            <a:avLst/>
          </a:prstGeom>
          <a:solidFill>
            <a:srgbClr val="FBEAEA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{{risk: unconfirmed claims and limits}}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1344" y="4526280"/>
            <a:ext cx="5550408" cy="36576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How we will check after publishing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4892040"/>
            <a:ext cx="5550408" cy="91440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{{check: what we measure and when}}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943600"/>
            <a:ext cx="1737360" cy="54864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94560" y="5943600"/>
            <a:ext cx="9537192" cy="548640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{{decision: decision and missing data}}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