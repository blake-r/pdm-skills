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RAPID DECISION RIGHTS · WHO DOES WHAT IN ONE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decision area, company or team,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41732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5960" y="1097280"/>
            <a:ext cx="9765792" cy="64008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{{decision: the decision in one sentence, with a deadline if there is one}}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141732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40863"/>
            <a:ext cx="141732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Who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01568"/>
            <a:ext cx="1417320" cy="1325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Scope and limits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993391" y="1874519"/>
            <a:ext cx="1898294" cy="41148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Recommend (R)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93391" y="2340863"/>
            <a:ext cx="1898294" cy="10058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{{r_who: name or role holder; one person for R and D}}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3391" y="3401568"/>
            <a:ext cx="189829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{{r_note: what this role covers in this decision and its limits}}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46550" y="1874519"/>
            <a:ext cx="1898294" cy="41148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Agree (A)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46550" y="2340863"/>
            <a:ext cx="1898294" cy="10058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{{a_who: name or role holder; one person for R and D}}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46550" y="3401568"/>
            <a:ext cx="189829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{{a_note: what this role covers in this decision and its limits}}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9708" y="1874519"/>
            <a:ext cx="1898294" cy="41148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Perform (P)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9708" y="2340863"/>
            <a:ext cx="1898294" cy="10058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{{p_who: name or role holder; one person for R and D}}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9708" y="3401568"/>
            <a:ext cx="189829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{{p_note: what this role covers in this decision and its limits}}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52867" y="1874519"/>
            <a:ext cx="1898294" cy="41148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Input (I)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52867" y="2340863"/>
            <a:ext cx="1898294" cy="10058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{{i_who: name or role holder; one person for R and D}}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52867" y="3401568"/>
            <a:ext cx="189829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{{i_note: what this role covers in this decision and its limits}}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06025" y="1874519"/>
            <a:ext cx="1898294" cy="41148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Decide (D)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06025" y="2340863"/>
            <a:ext cx="1898294" cy="10058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{{d_who: name or role holder; one person for R and D}}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06025" y="3401568"/>
            <a:ext cx="189829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{{d_note: what this role covers in this decision and its limits}}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92040"/>
            <a:ext cx="559155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{{conflict: who settles it and how}}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4919472"/>
            <a:ext cx="544525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If Recommend and Agree disagree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0196" y="4892040"/>
            <a:ext cx="5591556" cy="14173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{{outcome: decision made, by whom, when, and what is not known}}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3348" y="4919472"/>
            <a:ext cx="544525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Outcome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