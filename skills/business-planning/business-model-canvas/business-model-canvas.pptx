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BUSINESS MODEL CANVAS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company or product, date}}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22549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10896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{{partners: partners and what we get from them}}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1179576"/>
            <a:ext cx="2145182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Key partners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12110" y="1143000"/>
            <a:ext cx="2254910" cy="18973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10896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{{activities: what we do to make the model work}}</a:t>
            </a:r>
          </a:p>
        </p:txBody>
      </p:sp>
      <p:sp>
        <p:nvSpPr>
          <p:cNvPr id="7" name="Rectangle 6"/>
          <p:cNvSpPr/>
          <p:nvPr/>
        </p:nvSpPr>
        <p:spPr>
          <a:xfrm>
            <a:off x="2766974" y="1179576"/>
            <a:ext cx="2145182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Key activities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12110" y="3040380"/>
            <a:ext cx="2254910" cy="18973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10896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{{resources: key resources the model depends on}}</a:t>
            </a:r>
          </a:p>
        </p:txBody>
      </p:sp>
      <p:sp>
        <p:nvSpPr>
          <p:cNvPr id="9" name="Rectangle 8"/>
          <p:cNvSpPr/>
          <p:nvPr/>
        </p:nvSpPr>
        <p:spPr>
          <a:xfrm>
            <a:off x="2766974" y="3076956"/>
            <a:ext cx="2145182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Key resources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67020" y="1143000"/>
            <a:ext cx="2254910" cy="3794760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10896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{{value: customer problem solved and offer}}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1884" y="1179576"/>
            <a:ext cx="2145182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Value proposition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1931" y="1143000"/>
            <a:ext cx="2254910" cy="18973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10896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{{relationships: how we attract and retain customers}}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76795" y="1179576"/>
            <a:ext cx="2145182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Customer relationships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1931" y="3040380"/>
            <a:ext cx="2254910" cy="18973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10896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{{channels: how customers find, buy and receive}}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76795" y="3076956"/>
            <a:ext cx="2145182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Channels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76841" y="1143000"/>
            <a:ext cx="22549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10896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{{segments: customer groups we create value for}}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31705" y="1179576"/>
            <a:ext cx="2145182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Customer segments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937760"/>
            <a:ext cx="5637276" cy="1645919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10896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{{costs: the main cost items}}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" y="4974336"/>
            <a:ext cx="5527548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Cost structure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4476" y="4937760"/>
            <a:ext cx="5637276" cy="1645919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10896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{{revenues: what and how customers pay}}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9340" y="4974336"/>
            <a:ext cx="5527548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Revenue streams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