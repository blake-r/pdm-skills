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SMART GOALS · GOAL WORDING CHECK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whose goal, period}}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4552" cy="310896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The goal in one sentence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53896"/>
            <a:ext cx="11274552" cy="50292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0">
                <a:solidFill>
                  <a:srgbClr val="262B33"/>
                </a:solidFill>
                <a:latin typeface="Arial"/>
              </a:rPr>
              <a:t>{{goal: what changes, by how much, by when}}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640080" cy="822960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103120"/>
            <a:ext cx="17373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262B33"/>
                </a:solidFill>
                <a:latin typeface="Arial"/>
              </a:rPr>
              <a:t>Specific
specific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103120"/>
            <a:ext cx="4480560" cy="8229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{{s: one area of improvement}}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99232"/>
            <a:ext cx="640080" cy="822960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M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999232"/>
            <a:ext cx="17373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262B33"/>
                </a:solidFill>
                <a:latin typeface="Arial"/>
              </a:rPr>
              <a:t>Measurable
measurable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2999232"/>
            <a:ext cx="4480560" cy="8229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{{m: indicator, values and data source}}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95344"/>
            <a:ext cx="640080" cy="822960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3895344"/>
            <a:ext cx="17373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262B33"/>
                </a:solidFill>
                <a:latin typeface="Arial"/>
              </a:rPr>
              <a:t>Assignable
has an owner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3895344"/>
            <a:ext cx="4480560" cy="8229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{{a: name or role of the owner}}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791456"/>
            <a:ext cx="640080" cy="822960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791456"/>
            <a:ext cx="17373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262B33"/>
                </a:solidFill>
                <a:latin typeface="Arial"/>
              </a:rPr>
              <a:t>Realistic
with the available resources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4791456"/>
            <a:ext cx="4480560" cy="8229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{{r: resources and the resource ceiling}}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687568"/>
            <a:ext cx="640080" cy="822960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5687568"/>
            <a:ext cx="17373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262B33"/>
                </a:solidFill>
                <a:latin typeface="Arial"/>
              </a:rPr>
              <a:t>Time-related
by what date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5687568"/>
            <a:ext cx="4480560" cy="8229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{{t: target date and interim checks}}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2103120"/>
            <a:ext cx="4142232" cy="292608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Action plan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2395727"/>
            <a:ext cx="4142232" cy="199339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{{actions: steps to the goal, who and when}}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0" y="4480559"/>
            <a:ext cx="4142232" cy="29260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20" y="4773168"/>
            <a:ext cx="4142232" cy="1737360"/>
          </a:xfrm>
          <a:prstGeom prst="rect">
            <a:avLst/>
          </a:prstGeom>
          <a:solidFill>
            <a:srgbClr val="E8F5E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{{decision: decision and what to rework}}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