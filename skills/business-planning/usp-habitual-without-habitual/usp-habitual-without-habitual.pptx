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USP "THE FAMILIAR WITHOUT THE FAMILIAR"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it is for and where the phrase appears}}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120640" cy="45720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The familiar (category)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120640" cy="10058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{{habit: the category, as the customer calls it}}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783080"/>
            <a:ext cx="1033271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2F6FDE"/>
                </a:solidFill>
                <a:latin typeface="Arial"/>
              </a:rPr>
              <a:t>without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611112" y="1143000"/>
            <a:ext cx="5120640" cy="45720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Without the familiar (what is removed)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1112" y="1600200"/>
            <a:ext cx="5120640" cy="100584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{{removed: mandatory element that was removed}}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550408" cy="3657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replaces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550408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{{replacement: what replaces the removed element}}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2743200"/>
            <a:ext cx="5550408" cy="3657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Basis: why it bothered the 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3108960"/>
            <a:ext cx="5550408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{{reason: how we know, and the source}}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127455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The full phrase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1274552" cy="64008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262B33"/>
                </a:solidFill>
                <a:latin typeface="Arial"/>
              </a:rPr>
              <a:t>{{phrase: category without element, one phrase}}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20640"/>
            <a:ext cx="5550408" cy="32004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jobs the removed element did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40680"/>
            <a:ext cx="5550408" cy="77724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{{risk: what the removed element did, and its cover}}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5120640"/>
            <a:ext cx="5550408" cy="3200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 we will check after launch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5440680"/>
            <a:ext cx="5550408" cy="7772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{{check: what we measure and when}}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737360" cy="45720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6263640"/>
            <a:ext cx="9537192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and missing data}}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