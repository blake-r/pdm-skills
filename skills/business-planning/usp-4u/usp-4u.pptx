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USP FORMULA 4U · USEFUL + UNIQUE + ULTRA-SPECIFIC + URGENT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 it is for and where the phrase appears}}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65176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Useful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65176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{{useful: how it is useful}}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1159" y="1143000"/>
            <a:ext cx="265176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Unique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1159" y="1600200"/>
            <a:ext cx="265176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{{unique: what makes it unique}}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5118" y="1143000"/>
            <a:ext cx="265176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Ultra-specific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5118" y="1600200"/>
            <a:ext cx="265176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{{specific: concrete figures and terms}}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79077" y="1143000"/>
            <a:ext cx="265176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Urgent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79077" y="1600200"/>
            <a:ext cx="2651760" cy="1463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{{urgent: reason to act now}}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127455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The full phrase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11274552" cy="82296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262B33"/>
                </a:solidFill>
                <a:latin typeface="Arial"/>
              </a:rPr>
              <a:t>{{phrase: the USP in one phrase}}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5550408" cy="365760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is missing or unconfirmed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92040"/>
            <a:ext cx="5550408" cy="914400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{{risk: unconfirmed claims and limits}}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4526280"/>
            <a:ext cx="5550408" cy="36576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How we will check after publishing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4892040"/>
            <a:ext cx="5550408" cy="91440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{{check: what we measure and when}}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737360" cy="5486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5943600"/>
            <a:ext cx="9537192" cy="54864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decision and missing data}}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