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BUSINESS MODEL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company, product and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2743200" cy="2743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Pattern (card)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17320"/>
            <a:ext cx="2743200" cy="7772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{{pattern: pattern number and name}}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43000"/>
            <a:ext cx="5486400" cy="2743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Pattern logic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417320"/>
            <a:ext cx="5486400" cy="7772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{{logic: essence: what changes and who benefits}}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0" y="1143000"/>
            <a:ext cx="2862072" cy="27432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Examples from the card</a:t>
            </a:r>
          </a:p>
        </p:txBody>
      </p:sp>
      <p:sp>
        <p:nvSpPr>
          <p:cNvPr id="9" name="Rectangle 8"/>
          <p:cNvSpPr/>
          <p:nvPr/>
        </p:nvSpPr>
        <p:spPr>
          <a:xfrm>
            <a:off x="8869680" y="1417320"/>
            <a:ext cx="2862072" cy="7772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{{examples: companies with years, from the pattern card}}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331720"/>
            <a:ext cx="137160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2331720"/>
            <a:ext cx="4937760" cy="292608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Now (before the pattern)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331720"/>
            <a:ext cx="4937760" cy="292608"/>
          </a:xfrm>
          <a:prstGeom prst="rect">
            <a:avLst/>
          </a:prstGeom>
          <a:solidFill>
            <a:srgbClr val="2F6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With the pattern (what changes)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642615"/>
            <a:ext cx="1371600" cy="7315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Who: the customer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28800" y="2642615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{{now_who: who the customer is and who pays}}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0" y="2642615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{{new_who: who the customer is and who pays}}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401568"/>
            <a:ext cx="1371600" cy="7315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What: what we offer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401568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{{now_what: what the customer gets, on what terms}}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3401568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{{new_what: what the customer gets, on what terms}}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1371600" cy="7315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How: how we create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4160520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{{now_how: processes and resources}}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766560" y="4160520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{{new_how: processes and resources}}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919472"/>
            <a:ext cx="1371600" cy="73152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Value: how we earn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0" y="4919472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{{now_value: how we earn: price, revenue, costs, metric}}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4919472"/>
            <a:ext cx="4937760" cy="731520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{{new_value: how we earn: price, revenue, costs, metric}}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769864"/>
            <a:ext cx="5760720" cy="2743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044183"/>
            <a:ext cx="5760720" cy="585216"/>
          </a:xfrm>
          <a:prstGeom prst="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{{decision: what we decided and by when}}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5769864"/>
            <a:ext cx="5422392" cy="274320"/>
          </a:xfrm>
          <a:prstGeom prst="rect">
            <a:avLst/>
          </a:prstGeom>
          <a:solidFill>
            <a:srgbClr val="C6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Check and risks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6044183"/>
            <a:ext cx="5422392" cy="585216"/>
          </a:xfrm>
          <a:prstGeom prst="rect">
            <a:avLst/>
          </a:prstGeom>
          <a:solidFill>
            <a:srgbClr val="FBEA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0">
                <a:solidFill>
                  <a:srgbClr val="262B33"/>
                </a:solidFill>
                <a:latin typeface="Arial"/>
              </a:rPr>
              <a:t>{{check: figures to verify, what cannot be confirmed}}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