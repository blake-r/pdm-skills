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MAXWELL USP FORMULA · RESULT + TIMEFRAME + ANSWER TO THE OBJECTION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it is for and where the phrase appears}}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5661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The end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5661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{{result: the end result for the customer}}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965960"/>
            <a:ext cx="288036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1396" y="1143000"/>
            <a:ext cx="35661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to get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1396" y="1600200"/>
            <a:ext cx="35661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{{time: time to get it, and on-time share}}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7556" y="1965960"/>
            <a:ext cx="288036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5592" y="1143000"/>
            <a:ext cx="35661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Answer to the objection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5592" y="1600200"/>
            <a:ext cx="35661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{{objection: objection and how we answer it}}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745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The full phrase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74552" cy="8229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262B33"/>
                </a:solidFill>
                <a:latin typeface="Arial"/>
              </a:rPr>
              <a:t>{{phrase: the USP in one phrase}}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5550408" cy="36576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could break the promise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5550408" cy="91440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{{risk: conditions under which the promise fails}}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526280"/>
            <a:ext cx="5550408" cy="3657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 we will check after 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4892040"/>
            <a:ext cx="5550408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what we measure and when}}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73736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5943600"/>
            <a:ext cx="9537192" cy="54864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trigger to revisit}}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