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LEAN CANVAS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date, version}}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2549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{{problem: the three main problems}}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179576"/>
            <a:ext cx="214518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3495751"/>
            <a:ext cx="214518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Existing alternatives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3733495"/>
            <a:ext cx="2218334" cy="11676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{{alternatives: how the problem is solved today}}</a:t>
            </a:r>
          </a:p>
        </p:txBody>
      </p:sp>
      <p:sp>
        <p:nvSpPr>
          <p:cNvPr id="8" name="Rectangle 7"/>
          <p:cNvSpPr/>
          <p:nvPr/>
        </p:nvSpPr>
        <p:spPr>
          <a:xfrm>
            <a:off x="2712110" y="1143000"/>
            <a:ext cx="2254910" cy="18973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{{solution: one solution per problem}}</a:t>
            </a:r>
          </a:p>
        </p:txBody>
      </p:sp>
      <p:sp>
        <p:nvSpPr>
          <p:cNvPr id="9" name="Rectangle 8"/>
          <p:cNvSpPr/>
          <p:nvPr/>
        </p:nvSpPr>
        <p:spPr>
          <a:xfrm>
            <a:off x="2766974" y="1179576"/>
            <a:ext cx="214518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12110" y="3040380"/>
            <a:ext cx="2254910" cy="18973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{{metrics: key numbers that show the model works}}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66974" y="3076956"/>
            <a:ext cx="214518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Key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67020" y="1143000"/>
            <a:ext cx="2254910" cy="379476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{{uvp: one phrase: how we differ and why to buy}}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1884" y="1179576"/>
            <a:ext cx="214518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Unique value proposition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1884" y="3495751"/>
            <a:ext cx="214518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High-level concept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5308" y="3733495"/>
            <a:ext cx="2218334" cy="11676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{{concept: high-level concept in one phrase}}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1931" y="1143000"/>
            <a:ext cx="2254910" cy="18973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{{advantage: what cannot be quickly copied or bought}}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76795" y="1179576"/>
            <a:ext cx="214518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Unfair advantage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1931" y="3040380"/>
            <a:ext cx="2254910" cy="18973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{{channels: the path to customers}}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76795" y="3076956"/>
            <a:ext cx="214518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Channels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76841" y="1143000"/>
            <a:ext cx="22549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{{segments: target customer groups}}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31705" y="1179576"/>
            <a:ext cx="2145182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Customer segments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31705" y="3495751"/>
            <a:ext cx="2145182" cy="23774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1">
                <a:solidFill>
                  <a:srgbClr val="6B7280"/>
                </a:solidFill>
                <a:latin typeface="Arial"/>
              </a:rPr>
              <a:t>Early adopters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95129" y="3733495"/>
            <a:ext cx="2218334" cy="11676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{{early_adopters: who feels the problem most acutely}}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37760"/>
            <a:ext cx="5637276" cy="16459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{{costs: costs of launch and operation}}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4974336"/>
            <a:ext cx="552754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Cost structure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4476" y="4937760"/>
            <a:ext cx="5637276" cy="164591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10896" bIns="54864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262B33"/>
                </a:solidFill>
                <a:latin typeface="Arial"/>
              </a:rPr>
              <a:t>{{revenues: revenue model, price, margin}}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9340" y="4974336"/>
            <a:ext cx="5527548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Revenue streams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