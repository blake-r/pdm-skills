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PORTER'S FIVE FORCES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industry, boundaries and analysis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160520" y="1188720"/>
            <a:ext cx="3886200" cy="128016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3" y="1207008"/>
            <a:ext cx="377647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Threat of new entrants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5383" y="1517904"/>
            <a:ext cx="377647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{{entrants_level: level and key figure}}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5383" y="1773936"/>
            <a:ext cx="377647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{{entrants: facts behind the level}}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3566160" cy="178308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2624328"/>
            <a:ext cx="345643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Bargaining power of suppliers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2935224"/>
            <a:ext cx="34564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{{suppliers_level: level and key figure}}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3191256"/>
            <a:ext cx="3456432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{{suppliers: facts behind the level}}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606040"/>
            <a:ext cx="3886200" cy="1783080"/>
          </a:xfrm>
          <a:prstGeom prst="rect">
            <a:avLst/>
          </a:prstGeom>
          <a:solidFill>
            <a:srgbClr val="FBEAEA"/>
          </a:solidFill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3" y="2624328"/>
            <a:ext cx="377647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Rivalry among players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3" y="2935224"/>
            <a:ext cx="377647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{{rivalry_level: level and key figure}}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3" y="3191256"/>
            <a:ext cx="3776472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{{rivalry: facts behind the level}}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606040"/>
            <a:ext cx="3593592" cy="178308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2624328"/>
            <a:ext cx="348386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Bargaining power of buyers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2935224"/>
            <a:ext cx="348386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{{buyers_level: level and key figure}}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3191256"/>
            <a:ext cx="3483864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{{buyers: facts behind the level}}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526280"/>
            <a:ext cx="3886200" cy="128016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15383" y="4544568"/>
            <a:ext cx="377647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Threat of substitutes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15383" y="4855464"/>
            <a:ext cx="377647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{{substitutes_level: level and key figure}}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5111496"/>
            <a:ext cx="377647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{{substitutes: facts behind the level}}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188720"/>
            <a:ext cx="3566160" cy="128016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" y="1225296"/>
            <a:ext cx="345643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Industry verdict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1536192"/>
            <a:ext cx="3456432" cy="8961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{{verdict: overall verdict on the industry}}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188720"/>
            <a:ext cx="3593592" cy="128016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4" y="1225296"/>
            <a:ext cx="3483864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Dynamics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024" y="1536192"/>
            <a:ext cx="3483864" cy="8961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{{dynamics: trends that change the forces}}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26280"/>
            <a:ext cx="3566160" cy="128016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" y="4562856"/>
            <a:ext cx="345643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Sources of facts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4873752"/>
            <a:ext cx="3456432" cy="8961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{{sources: where the facts come from}}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526280"/>
            <a:ext cx="3593592" cy="128016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4" y="4562856"/>
            <a:ext cx="3483864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3024" y="4873752"/>
            <a:ext cx="3483864" cy="8961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entry decision and the defence}}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