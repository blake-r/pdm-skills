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strategy_canvas_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strategy_canvas_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strategy_canvas_Microsoft_Excel_Sheet1.xlsx"/></Relationships>
</file>

<file path=ppt/charts/strategy_canvas_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offering</c:v>
                </c:pt>
              </c:strCache>
            </c:strRef>
          </c:tx>
          <c:spPr>
            <a:ln w="38100">
              <a:solidFill>
                <a:srgbClr val="2F6FDE"/>
              </a:solidFill>
            </a:ln>
          </c:spPr>
          <c:marker>
            <c:symbol val="circle"/>
            <c:size val="8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Factor 1</c:v>
                </c:pt>
                <c:pt idx="1">
                  <c:v>Factor 2</c:v>
                </c:pt>
                <c:pt idx="2">
                  <c:v>Factor 3</c:v>
                </c:pt>
                <c:pt idx="3">
                  <c:v>Factor 4</c:v>
                </c:pt>
                <c:pt idx="4">
                  <c:v>Factor 5</c:v>
                </c:pt>
                <c:pt idx="5">
                  <c:v>Factor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1</c:v>
                </c:pt>
                <c:pt idx="2">
                  <c:v>5</c:v>
                </c:pt>
                <c:pt idx="3">
                  <c:v>2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Competitor X</c:v>
                </c:pt>
              </c:strCache>
            </c:strRef>
          </c:tx>
          <c:spPr>
            <a:ln w="25400">
              <a:solidFill>
                <a:srgbClr val="6B7280"/>
              </a:solidFill>
            </a:ln>
          </c:spPr>
          <c:marker>
            <c:symbol val="circle"/>
            <c:size val="8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Factor 1</c:v>
                </c:pt>
                <c:pt idx="1">
                  <c:v>Factor 2</c:v>
                </c:pt>
                <c:pt idx="2">
                  <c:v>Factor 3</c:v>
                </c:pt>
                <c:pt idx="3">
                  <c:v>Factor 4</c:v>
                </c:pt>
                <c:pt idx="4">
                  <c:v>Factor 5</c:v>
                </c:pt>
                <c:pt idx="5">
                  <c:v>Factor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4</c:v>
                </c:pt>
                <c:pt idx="4">
                  <c:v>2</c:v>
                </c:pt>
                <c:pt idx="5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Competitor Y</c:v>
                </c:pt>
              </c:strCache>
            </c:strRef>
          </c:tx>
          <c:spPr>
            <a:ln w="25400">
              <a:solidFill>
                <a:srgbClr val="E08A2E"/>
              </a:solidFill>
            </a:ln>
          </c:spPr>
          <c:marker>
            <c:symbol val="circle"/>
            <c:size val="8"/>
            <c:spPr>
              <a:solidFill>
                <a:srgbClr val="E08A2E"/>
              </a:solidFill>
              <a:ln>
                <a:solidFill>
                  <a:srgbClr val="E08A2E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Factor 1</c:v>
                </c:pt>
                <c:pt idx="1">
                  <c:v>Factor 2</c:v>
                </c:pt>
                <c:pt idx="2">
                  <c:v>Factor 3</c:v>
                </c:pt>
                <c:pt idx="3">
                  <c:v>Factor 4</c:v>
                </c:pt>
                <c:pt idx="4">
                  <c:v>Factor 5</c:v>
                </c:pt>
                <c:pt idx="5">
                  <c:v>Factor 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1"/>
        <c:noMultiLvlLbl val="0"/>
      </c:catAx>
      <c:valAx>
        <c:axId val="2140495176"/>
        <c:scaling>
          <c:max val="5.0"/>
          <c:min val="0.0"/>
        </c:scaling>
        <c:delete val="0"/>
        <c:axPos val="l"/>
        <c:majorGridlines>
          <c:spPr>
            <a:ln>
              <a:solidFill>
                <a:srgbClr val="C9CE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Offering level: 0 — none, 5 — high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strategy_canvas_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STRATEGY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the market and the offerings compared}}</a:t>
            </a:r>
          </a:p>
        </p:txBody>
      </p:sp>
      <p:graphicFrame>
        <p:nvGraphicFramePr>
          <p:cNvPr id="4" name="canvas"/>
          <p:cNvGraphicFramePr>
            <a:graphicFrameLocks noGrp="1"/>
          </p:cNvGraphicFramePr>
          <p:nvPr/>
        </p:nvGraphicFramePr>
        <p:xfrm>
          <a:off x="457200" y="1188720"/>
          <a:ext cx="786384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549640" y="1234440"/>
            <a:ext cx="31821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Competitive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1554480"/>
            <a:ext cx="3182112" cy="2148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{{factors: factor and what it means}}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8549640" y="3840480"/>
            <a:ext cx="31821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Where the curves diverge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4160520"/>
            <a:ext cx="318211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{{moves: eliminate, reduce, raise, create}}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