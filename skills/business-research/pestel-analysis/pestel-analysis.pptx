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PESTEL ANALYSIS · EXTERNAL ENVIRONMENT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subject, country, horizon}}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 · Political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9616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{{p: government and political facts}}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1188720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 · Economic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499616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{{e: growth, rates, incomes and prices}}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 · Sociocultural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99616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{{s: demographics, habits and trust}}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90088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 · Technological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00984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{{t: technologies, standards and threats}}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990088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 · Environmental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300984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{{env: climate and ESG requirements}}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990088"/>
            <a:ext cx="3657600" cy="31089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L · Legal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00984"/>
            <a:ext cx="3657600" cy="1380744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{{l: laws, licences and data protection}}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64608"/>
            <a:ext cx="3657600" cy="2926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57216"/>
            <a:ext cx="3657600" cy="1517903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{{threats: facts that harm, and how}}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864608"/>
            <a:ext cx="365760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157216"/>
            <a:ext cx="3657600" cy="1517903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{{opportunities: facts that open something, and how}}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864608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157216"/>
            <a:ext cx="3657600" cy="1517903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decision, owner, date and trigger to revisit}}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