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COMPETITION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and the key scenario}}</a:t>
            </a:r>
          </a:p>
        </p:txBody>
      </p:sp>
      <p:sp>
        <p:nvSpPr>
          <p:cNvPr id="4" name="Oval 3"/>
          <p:cNvSpPr/>
          <p:nvPr/>
        </p:nvSpPr>
        <p:spPr>
          <a:xfrm>
            <a:off x="3447288" y="1188720"/>
            <a:ext cx="5303520" cy="530352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447288" y="3840480"/>
            <a:ext cx="53035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9048" y="1188720"/>
            <a:ext cx="0" cy="530352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67328" y="1965960"/>
            <a:ext cx="17373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{{direct: competitors, same solution}}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1828800"/>
            <a:ext cx="2606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200" b="1">
                <a:solidFill>
                  <a:srgbClr val="2F6FDE"/>
                </a:solidFill>
                <a:latin typeface="Arial"/>
              </a:rPr>
              <a:t>Direct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176272"/>
            <a:ext cx="2606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{{direct_note: short note}}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7" y="1965960"/>
            <a:ext cx="17373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{{indirect: other ways to solve it}}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87968" y="1828800"/>
            <a:ext cx="2606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Indirect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7968" y="2176272"/>
            <a:ext cx="2606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{{indirect_note: short note}}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7" y="4709160"/>
            <a:ext cx="17373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{{displace: products for wallet and time}}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7968" y="4160520"/>
            <a:ext cx="2606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Displacers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4507992"/>
            <a:ext cx="2606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{{displace_note: short note}}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4709160"/>
            <a:ext cx="17373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{{channel: channels to reach customers}}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160520"/>
            <a:ext cx="2606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200" b="1">
                <a:solidFill>
                  <a:srgbClr val="2F6FDE"/>
                </a:solidFill>
                <a:latin typeface="Arial"/>
              </a:rPr>
              <a:t>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507992"/>
            <a:ext cx="2606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{{channel_note: short note}}</a:t>
            </a:r>
          </a:p>
        </p:txBody>
      </p:sp>
      <p:sp>
        <p:nvSpPr>
          <p:cNvPr id="19" name="Oval 18"/>
          <p:cNvSpPr/>
          <p:nvPr/>
        </p:nvSpPr>
        <p:spPr>
          <a:xfrm>
            <a:off x="5001768" y="2743200"/>
            <a:ext cx="2194560" cy="219456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{{steps: steps of the key scenario}}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87968" y="4937760"/>
            <a:ext cx="2606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Takeaway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5257800"/>
            <a:ext cx="274320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{{insight: main competitor at each step and our move}}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