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product_lifecycle_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product_lifecycle_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product_lifecycle_Microsoft_Excel_Sheet1.xlsx"/></Relationships>
</file>

<file path=ppt/charts/product_lifecycle_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>
              <a:solidFill>
                <a:srgbClr val="2F6FDE"/>
              </a:solidFill>
            </a:ln>
          </c:spPr>
          <c:marker>
            <c:symbol val="circle"/>
            <c:size val="7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11</c:v>
                </c:pt>
                <c:pt idx="4">
                  <c:v>18</c:v>
                </c:pt>
                <c:pt idx="5">
                  <c:v>23</c:v>
                </c:pt>
                <c:pt idx="6">
                  <c:v>25</c:v>
                </c:pt>
                <c:pt idx="7">
                  <c:v>24</c:v>
                </c:pt>
                <c:pt idx="8">
                  <c:v>20</c:v>
                </c:pt>
                <c:pt idx="9">
                  <c:v>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ln w="31750">
              <a:solidFill>
                <a:srgbClr val="2E8B57"/>
              </a:solidFill>
            </a:ln>
          </c:spPr>
          <c:marker>
            <c:symbol val="circle"/>
            <c:size val="7"/>
            <c:spPr>
              <a:solidFill>
                <a:srgbClr val="2E8B57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-3</c:v>
                </c:pt>
                <c:pt idx="1">
                  <c:v>-3</c:v>
                </c:pt>
                <c:pt idx="2">
                  <c:v>-1</c:v>
                </c:pt>
                <c:pt idx="3">
                  <c:v>2</c:v>
                </c:pt>
                <c:pt idx="4">
                  <c:v>5</c:v>
                </c:pt>
                <c:pt idx="5">
                  <c:v>7</c:v>
                </c:pt>
                <c:pt idx="6">
                  <c:v>7</c:v>
                </c:pt>
                <c:pt idx="7">
                  <c:v>6</c:v>
                </c:pt>
                <c:pt idx="8">
                  <c:v>3</c:v>
                </c:pt>
                <c:pt idx="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CEE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262B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product_lifecycle_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PRODUCT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market, years}}</a:t>
            </a:r>
          </a:p>
        </p:txBody>
      </p:sp>
      <p:graphicFrame>
        <p:nvGraphicFramePr>
          <p:cNvPr id="4" name="curve"/>
          <p:cNvGraphicFramePr>
            <a:graphicFrameLocks noGrp="1"/>
          </p:cNvGraphicFramePr>
          <p:nvPr/>
        </p:nvGraphicFramePr>
        <p:xfrm>
          <a:off x="365760" y="1188720"/>
          <a:ext cx="78638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760720"/>
            <a:ext cx="11887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5715000"/>
            <a:ext cx="6492240" cy="8686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{{stages: years of each stage and signs}}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11887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Current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1508760"/>
            <a:ext cx="3291840" cy="1417319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{{now: current stage and the numbers showing it}}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297180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3291840"/>
            <a:ext cx="3291840" cy="1508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extend or exit, and the reason}}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48463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5166359"/>
            <a:ext cx="3291840" cy="141731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{{result: what changed after the decision, with dates}}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