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ADL MATRIX · ARTHUR D. LITTLE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business unit, industry and assessment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258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Position ↓ / stage 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3080" y="1188720"/>
            <a:ext cx="1554480" cy="411480"/>
          </a:xfrm>
          <a:prstGeom prst="rect">
            <a:avLst/>
          </a:prstGeom>
          <a:solidFill>
            <a:srgbClr val="262B3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Embryonic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188720"/>
            <a:ext cx="1554480" cy="411480"/>
          </a:xfrm>
          <a:prstGeom prst="rect">
            <a:avLst/>
          </a:prstGeom>
          <a:solidFill>
            <a:srgbClr val="262B3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188720"/>
            <a:ext cx="1554480" cy="411480"/>
          </a:xfrm>
          <a:prstGeom prst="rect">
            <a:avLst/>
          </a:prstGeom>
          <a:solidFill>
            <a:srgbClr val="262B3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188720"/>
            <a:ext cx="1554480" cy="411480"/>
          </a:xfrm>
          <a:prstGeom prst="rect">
            <a:avLst/>
          </a:prstGeom>
          <a:solidFill>
            <a:srgbClr val="262B3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325880" cy="850392"/>
          </a:xfrm>
          <a:prstGeom prst="rect">
            <a:avLst/>
          </a:prstGeom>
          <a:solidFill>
            <a:srgbClr val="E8F0F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Dominant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1600200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{{c11: strategy for the cell}}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600200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{{c12: strategy for the cell}}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600200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{{c13: strategy for the cell}}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600200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{{c14: strategy for the cell}}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50592"/>
            <a:ext cx="1325880" cy="850392"/>
          </a:xfrm>
          <a:prstGeom prst="rect">
            <a:avLst/>
          </a:prstGeom>
          <a:solidFill>
            <a:srgbClr val="E8F0F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Strong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2450592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{{c21: strategy for the cell}}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450592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{{c22: strategy for the cell}}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450592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{{c23: strategy for the cell}}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450592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{{c24: strategy for the cell}}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00984"/>
            <a:ext cx="1325880" cy="850392"/>
          </a:xfrm>
          <a:prstGeom prst="rect">
            <a:avLst/>
          </a:prstGeom>
          <a:solidFill>
            <a:srgbClr val="E8F0F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Favorable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3300984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{{c31: strategy for the cell}}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300984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{{c32: strategy for the cell}}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3300984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{{c33: strategy for the cell}}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300984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{{c34: strategy for the cell}}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51376"/>
            <a:ext cx="1325880" cy="850392"/>
          </a:xfrm>
          <a:prstGeom prst="rect">
            <a:avLst/>
          </a:prstGeom>
          <a:solidFill>
            <a:srgbClr val="E8F0F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Acceptable (tenable)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4151376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{{c41: strategy for the cell}}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4151376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{{c42: strategy for the cell}}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4151376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{{c43: strategy for the cell}}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4151376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{{c44: strategy for the cell}}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01768"/>
            <a:ext cx="1325880" cy="850392"/>
          </a:xfrm>
          <a:prstGeom prst="rect">
            <a:avLst/>
          </a:prstGeom>
          <a:solidFill>
            <a:srgbClr val="E8F0F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Weak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83080" y="5001768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{{c51: strategy for the cell}}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5001768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{{c52: strategy for the cell}}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5001768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{{c53: strategy for the cell}}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5001768"/>
            <a:ext cx="1554480" cy="850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{{c54: strategy for the cell}}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1188720"/>
            <a:ext cx="2953512" cy="86868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33104" y="1207008"/>
            <a:ext cx="2843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Business cell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33104" y="1463040"/>
            <a:ext cx="2843784" cy="5577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{{cell: industry stage and business position}}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2148840"/>
            <a:ext cx="2953512" cy="10515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33104" y="2167128"/>
            <a:ext cx="2843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Stage basis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33104" y="2423160"/>
            <a:ext cx="2843784" cy="740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{{stage_basis: factors that define the stage}}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3291840"/>
            <a:ext cx="2953512" cy="10515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33104" y="3310128"/>
            <a:ext cx="2843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Position basis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33104" y="3566160"/>
            <a:ext cx="2843784" cy="740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{{position_basis: fact that proves the position}}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4343400"/>
            <a:ext cx="2953512" cy="128016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33104" y="4361688"/>
            <a:ext cx="2843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Decision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33104" y="4617720"/>
            <a:ext cx="2843784" cy="9692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family of actions, specific step, review date}}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78240" y="5669280"/>
            <a:ext cx="2953512" cy="8686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833104" y="5687568"/>
            <a:ext cx="2843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Risks and limitations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33104" y="5943600"/>
            <a:ext cx="2843784" cy="5577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{{risk: what could invalidate the conclusion}}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