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SWOT · EXTENDED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company, product or decision,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926080" cy="16002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{{corner: product and period}}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143000"/>
            <a:ext cx="4174235" cy="16002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{{opportunities: external trends and events that help}}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8144" y="1179576"/>
            <a:ext cx="40645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O ·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557516" y="1143000"/>
            <a:ext cx="4174235" cy="16002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{{threats: external trends and events that hinder}}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2380" y="1179576"/>
            <a:ext cx="40645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T · Threats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2926080" cy="19202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{{strengths: what we do better than competitors}}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2779776"/>
            <a:ext cx="281635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 · Strengths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2926080" cy="19202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{{weaknesses: what we do worse than competitors}}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700016"/>
            <a:ext cx="281635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 · Weaknesses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417423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{{so: strategy from strengths and opportunities}}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38144" y="2779776"/>
            <a:ext cx="40645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SO · Strengths → 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57516" y="2743200"/>
            <a:ext cx="417423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{{st: strategy from strengths and threats}}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2380" y="2779776"/>
            <a:ext cx="40645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ST · Strengths against threats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663440"/>
            <a:ext cx="417423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{{wo: strategy from weaknesses and opportunities}}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8144" y="4700016"/>
            <a:ext cx="40645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WO · Opportunities cover weaknesses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57516" y="4663440"/>
            <a:ext cx="417423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{{wt: strategy from weaknesses and threats}}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12380" y="4700016"/>
            <a:ext cx="40645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WT · Reduce weaknesses, avoid threats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